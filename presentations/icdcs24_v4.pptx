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256" r:id="rId2"/>
    <p:sldId id="1080" r:id="rId3"/>
    <p:sldId id="1087" r:id="rId4"/>
    <p:sldId id="1097" r:id="rId5"/>
    <p:sldId id="1099" r:id="rId6"/>
    <p:sldId id="1088" r:id="rId7"/>
    <p:sldId id="1082" r:id="rId8"/>
    <p:sldId id="1089" r:id="rId9"/>
    <p:sldId id="1083" r:id="rId10"/>
    <p:sldId id="1100" r:id="rId11"/>
    <p:sldId id="1101" r:id="rId12"/>
    <p:sldId id="1090" r:id="rId13"/>
    <p:sldId id="1084" r:id="rId14"/>
    <p:sldId id="1091" r:id="rId15"/>
    <p:sldId id="1102" r:id="rId16"/>
    <p:sldId id="1056" r:id="rId17"/>
    <p:sldId id="1110" r:id="rId18"/>
    <p:sldId id="1116" r:id="rId19"/>
    <p:sldId id="1117" r:id="rId20"/>
    <p:sldId id="1118" r:id="rId21"/>
    <p:sldId id="1085" r:id="rId22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chemeClr val="tx2"/>
      </a:buClr>
      <a:buFont typeface="Wingdings" pitchFamily="2" charset="2"/>
      <a:buChar char="§"/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chemeClr val="tx2"/>
      </a:buClr>
      <a:buFont typeface="Wingdings" pitchFamily="2" charset="2"/>
      <a:buChar char="§"/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chemeClr val="tx2"/>
      </a:buClr>
      <a:buFont typeface="Wingdings" pitchFamily="2" charset="2"/>
      <a:buChar char="§"/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chemeClr val="tx2"/>
      </a:buClr>
      <a:buFont typeface="Wingdings" pitchFamily="2" charset="2"/>
      <a:buChar char="§"/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chemeClr val="tx2"/>
      </a:buClr>
      <a:buFont typeface="Wingdings" pitchFamily="2" charset="2"/>
      <a:buChar char="§"/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0066FF"/>
    <a:srgbClr val="FFFF99"/>
    <a:srgbClr val="CCFFFF"/>
    <a:srgbClr val="0000FF"/>
    <a:srgbClr val="FF3300"/>
    <a:srgbClr val="961C1F"/>
    <a:srgbClr val="960000"/>
    <a:srgbClr val="B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66258-9B08-4A5F-BF23-02815565CD35}" v="1496" dt="2024-07-20T05:05:43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2" autoAdjust="0"/>
    <p:restoredTop sz="83535" autoAdjust="0"/>
  </p:normalViewPr>
  <p:slideViewPr>
    <p:cSldViewPr>
      <p:cViewPr varScale="1">
        <p:scale>
          <a:sx n="79" d="100"/>
          <a:sy n="79" d="100"/>
        </p:scale>
        <p:origin x="1757" y="8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36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Guoyu" userId="a1da30b5-7b73-49fb-80e6-bc6b89ea9c94" providerId="ADAL" clId="{9D666258-9B08-4A5F-BF23-02815565CD35}"/>
    <pc:docChg chg="undo custSel delSld modSld sldOrd">
      <pc:chgData name="Chen, Guoyu" userId="a1da30b5-7b73-49fb-80e6-bc6b89ea9c94" providerId="ADAL" clId="{9D666258-9B08-4A5F-BF23-02815565CD35}" dt="2024-07-25T01:17:20.013" v="3342" actId="1076"/>
      <pc:docMkLst>
        <pc:docMk/>
      </pc:docMkLst>
      <pc:sldChg chg="addSp modSp mod">
        <pc:chgData name="Chen, Guoyu" userId="a1da30b5-7b73-49fb-80e6-bc6b89ea9c94" providerId="ADAL" clId="{9D666258-9B08-4A5F-BF23-02815565CD35}" dt="2024-07-20T04:05:08.979" v="3297" actId="1076"/>
        <pc:sldMkLst>
          <pc:docMk/>
          <pc:sldMk cId="1123351375" sldId="1056"/>
        </pc:sldMkLst>
        <pc:spChg chg="add mod">
          <ac:chgData name="Chen, Guoyu" userId="a1da30b5-7b73-49fb-80e6-bc6b89ea9c94" providerId="ADAL" clId="{9D666258-9B08-4A5F-BF23-02815565CD35}" dt="2024-07-20T03:59:45.138" v="3268"/>
          <ac:spMkLst>
            <pc:docMk/>
            <pc:sldMk cId="1123351375" sldId="1056"/>
            <ac:spMk id="2" creationId="{079B5476-136E-DFA9-E247-04FA3846FD3D}"/>
          </ac:spMkLst>
        </pc:spChg>
        <pc:spChg chg="add mod">
          <ac:chgData name="Chen, Guoyu" userId="a1da30b5-7b73-49fb-80e6-bc6b89ea9c94" providerId="ADAL" clId="{9D666258-9B08-4A5F-BF23-02815565CD35}" dt="2024-07-20T03:59:45.138" v="3268"/>
          <ac:spMkLst>
            <pc:docMk/>
            <pc:sldMk cId="1123351375" sldId="1056"/>
            <ac:spMk id="3" creationId="{AE8008C3-A4DE-D64B-BD7C-6794D02CD00F}"/>
          </ac:spMkLst>
        </pc:spChg>
        <pc:spChg chg="add mod">
          <ac:chgData name="Chen, Guoyu" userId="a1da30b5-7b73-49fb-80e6-bc6b89ea9c94" providerId="ADAL" clId="{9D666258-9B08-4A5F-BF23-02815565CD35}" dt="2024-07-20T03:59:45.138" v="3268"/>
          <ac:spMkLst>
            <pc:docMk/>
            <pc:sldMk cId="1123351375" sldId="1056"/>
            <ac:spMk id="5" creationId="{266A136D-BC31-817A-36DF-72AE4B094BB4}"/>
          </ac:spMkLst>
        </pc:spChg>
        <pc:spChg chg="add mod">
          <ac:chgData name="Chen, Guoyu" userId="a1da30b5-7b73-49fb-80e6-bc6b89ea9c94" providerId="ADAL" clId="{9D666258-9B08-4A5F-BF23-02815565CD35}" dt="2024-07-20T04:05:08.979" v="3297" actId="1076"/>
          <ac:spMkLst>
            <pc:docMk/>
            <pc:sldMk cId="1123351375" sldId="1056"/>
            <ac:spMk id="7" creationId="{A9FFB6F8-3C3F-35E5-881A-E78AB9182B72}"/>
          </ac:spMkLst>
        </pc:spChg>
        <pc:picChg chg="add mod">
          <ac:chgData name="Chen, Guoyu" userId="a1da30b5-7b73-49fb-80e6-bc6b89ea9c94" providerId="ADAL" clId="{9D666258-9B08-4A5F-BF23-02815565CD35}" dt="2024-07-20T04:02:07.498" v="3293" actId="1076"/>
          <ac:picMkLst>
            <pc:docMk/>
            <pc:sldMk cId="1123351375" sldId="1056"/>
            <ac:picMk id="2053" creationId="{B690BEC6-6C23-72EE-6564-420D868EED50}"/>
          </ac:picMkLst>
        </pc:picChg>
      </pc:sldChg>
      <pc:sldChg chg="addSp delSp modSp mod delAnim modAnim">
        <pc:chgData name="Chen, Guoyu" userId="a1da30b5-7b73-49fb-80e6-bc6b89ea9c94" providerId="ADAL" clId="{9D666258-9B08-4A5F-BF23-02815565CD35}" dt="2024-07-20T04:05:46.854" v="3300" actId="207"/>
        <pc:sldMkLst>
          <pc:docMk/>
          <pc:sldMk cId="1748820181" sldId="1080"/>
        </pc:sldMkLst>
        <pc:spChg chg="mod">
          <ac:chgData name="Chen, Guoyu" userId="a1da30b5-7b73-49fb-80e6-bc6b89ea9c94" providerId="ADAL" clId="{9D666258-9B08-4A5F-BF23-02815565CD35}" dt="2024-07-20T04:05:46.854" v="3300" actId="207"/>
          <ac:spMkLst>
            <pc:docMk/>
            <pc:sldMk cId="1748820181" sldId="1080"/>
            <ac:spMk id="3" creationId="{7D9D3025-A95A-EB68-797D-6E783871A1F9}"/>
          </ac:spMkLst>
        </pc:spChg>
        <pc:spChg chg="del mod">
          <ac:chgData name="Chen, Guoyu" userId="a1da30b5-7b73-49fb-80e6-bc6b89ea9c94" providerId="ADAL" clId="{9D666258-9B08-4A5F-BF23-02815565CD35}" dt="2024-07-15T20:17:09.987" v="6" actId="478"/>
          <ac:spMkLst>
            <pc:docMk/>
            <pc:sldMk cId="1748820181" sldId="1080"/>
            <ac:spMk id="5" creationId="{F296049D-937B-0045-8AE1-14E9BD049801}"/>
          </ac:spMkLst>
        </pc:spChg>
        <pc:spChg chg="add del">
          <ac:chgData name="Chen, Guoyu" userId="a1da30b5-7b73-49fb-80e6-bc6b89ea9c94" providerId="ADAL" clId="{9D666258-9B08-4A5F-BF23-02815565CD35}" dt="2024-07-19T21:00:06.390" v="2126" actId="478"/>
          <ac:spMkLst>
            <pc:docMk/>
            <pc:sldMk cId="1748820181" sldId="1080"/>
            <ac:spMk id="10" creationId="{88FF49D0-7274-93D6-1CAF-07CE1E7C23B5}"/>
          </ac:spMkLst>
        </pc:spChg>
        <pc:spChg chg="add del">
          <ac:chgData name="Chen, Guoyu" userId="a1da30b5-7b73-49fb-80e6-bc6b89ea9c94" providerId="ADAL" clId="{9D666258-9B08-4A5F-BF23-02815565CD35}" dt="2024-07-19T21:00:21.802" v="2128" actId="478"/>
          <ac:spMkLst>
            <pc:docMk/>
            <pc:sldMk cId="1748820181" sldId="1080"/>
            <ac:spMk id="11" creationId="{875C7884-4915-27F1-75C2-695D4157089A}"/>
          </ac:spMkLst>
        </pc:spChg>
        <pc:spChg chg="add mod">
          <ac:chgData name="Chen, Guoyu" userId="a1da30b5-7b73-49fb-80e6-bc6b89ea9c94" providerId="ADAL" clId="{9D666258-9B08-4A5F-BF23-02815565CD35}" dt="2024-07-19T21:05:31.657" v="2217" actId="1076"/>
          <ac:spMkLst>
            <pc:docMk/>
            <pc:sldMk cId="1748820181" sldId="1080"/>
            <ac:spMk id="14" creationId="{BF9E493F-8189-9846-5CD6-B44CDDD1AAA4}"/>
          </ac:spMkLst>
        </pc:spChg>
        <pc:spChg chg="add mod">
          <ac:chgData name="Chen, Guoyu" userId="a1da30b5-7b73-49fb-80e6-bc6b89ea9c94" providerId="ADAL" clId="{9D666258-9B08-4A5F-BF23-02815565CD35}" dt="2024-07-19T21:10:36.539" v="2265" actId="1076"/>
          <ac:spMkLst>
            <pc:docMk/>
            <pc:sldMk cId="1748820181" sldId="1080"/>
            <ac:spMk id="15" creationId="{6ED426A8-D52D-71F6-B213-763FF0871867}"/>
          </ac:spMkLst>
        </pc:spChg>
        <pc:spChg chg="add mod">
          <ac:chgData name="Chen, Guoyu" userId="a1da30b5-7b73-49fb-80e6-bc6b89ea9c94" providerId="ADAL" clId="{9D666258-9B08-4A5F-BF23-02815565CD35}" dt="2024-07-19T21:05:31.657" v="2217" actId="1076"/>
          <ac:spMkLst>
            <pc:docMk/>
            <pc:sldMk cId="1748820181" sldId="1080"/>
            <ac:spMk id="16" creationId="{1226F7C0-7921-C8D1-7F88-2210AC1A5743}"/>
          </ac:spMkLst>
        </pc:spChg>
        <pc:spChg chg="add del mod">
          <ac:chgData name="Chen, Guoyu" userId="a1da30b5-7b73-49fb-80e6-bc6b89ea9c94" providerId="ADAL" clId="{9D666258-9B08-4A5F-BF23-02815565CD35}" dt="2024-07-17T16:04:45.050" v="1934" actId="478"/>
          <ac:spMkLst>
            <pc:docMk/>
            <pc:sldMk cId="1748820181" sldId="1080"/>
            <ac:spMk id="16" creationId="{3C857B5E-1913-32D9-4B4E-F3F1EA91B26E}"/>
          </ac:spMkLst>
        </pc:spChg>
        <pc:spChg chg="add del mod">
          <ac:chgData name="Chen, Guoyu" userId="a1da30b5-7b73-49fb-80e6-bc6b89ea9c94" providerId="ADAL" clId="{9D666258-9B08-4A5F-BF23-02815565CD35}" dt="2024-07-17T15:56:41.891" v="1864" actId="478"/>
          <ac:spMkLst>
            <pc:docMk/>
            <pc:sldMk cId="1748820181" sldId="1080"/>
            <ac:spMk id="17" creationId="{94874550-21B4-C09B-8217-325FC61589EB}"/>
          </ac:spMkLst>
        </pc:spChg>
        <pc:spChg chg="add del mod">
          <ac:chgData name="Chen, Guoyu" userId="a1da30b5-7b73-49fb-80e6-bc6b89ea9c94" providerId="ADAL" clId="{9D666258-9B08-4A5F-BF23-02815565CD35}" dt="2024-07-17T15:56:49.727" v="1869" actId="478"/>
          <ac:spMkLst>
            <pc:docMk/>
            <pc:sldMk cId="1748820181" sldId="1080"/>
            <ac:spMk id="18" creationId="{1719C190-1ED2-FDD7-27BC-8ED863AD2777}"/>
          </ac:spMkLst>
        </pc:spChg>
        <pc:spChg chg="add mod">
          <ac:chgData name="Chen, Guoyu" userId="a1da30b5-7b73-49fb-80e6-bc6b89ea9c94" providerId="ADAL" clId="{9D666258-9B08-4A5F-BF23-02815565CD35}" dt="2024-07-19T21:05:25.844" v="2216" actId="1076"/>
          <ac:spMkLst>
            <pc:docMk/>
            <pc:sldMk cId="1748820181" sldId="1080"/>
            <ac:spMk id="18" creationId="{F4341ED1-A020-59D0-4705-C01C61A62969}"/>
          </ac:spMkLst>
        </pc:spChg>
        <pc:spChg chg="add del mod">
          <ac:chgData name="Chen, Guoyu" userId="a1da30b5-7b73-49fb-80e6-bc6b89ea9c94" providerId="ADAL" clId="{9D666258-9B08-4A5F-BF23-02815565CD35}" dt="2024-07-17T15:44:00.818" v="1806" actId="478"/>
          <ac:spMkLst>
            <pc:docMk/>
            <pc:sldMk cId="1748820181" sldId="1080"/>
            <ac:spMk id="28" creationId="{59A254B0-1F1E-B2EB-FC37-93C702EDC4C4}"/>
          </ac:spMkLst>
        </pc:spChg>
        <pc:spChg chg="add mod">
          <ac:chgData name="Chen, Guoyu" userId="a1da30b5-7b73-49fb-80e6-bc6b89ea9c94" providerId="ADAL" clId="{9D666258-9B08-4A5F-BF23-02815565CD35}" dt="2024-07-19T21:10:36.539" v="2265" actId="1076"/>
          <ac:spMkLst>
            <pc:docMk/>
            <pc:sldMk cId="1748820181" sldId="1080"/>
            <ac:spMk id="29" creationId="{9875E6F6-4367-090F-843D-4A64F9784416}"/>
          </ac:spMkLst>
        </pc:spChg>
        <pc:spChg chg="add mod">
          <ac:chgData name="Chen, Guoyu" userId="a1da30b5-7b73-49fb-80e6-bc6b89ea9c94" providerId="ADAL" clId="{9D666258-9B08-4A5F-BF23-02815565CD35}" dt="2024-07-19T21:10:36.539" v="2265" actId="1076"/>
          <ac:spMkLst>
            <pc:docMk/>
            <pc:sldMk cId="1748820181" sldId="1080"/>
            <ac:spMk id="30" creationId="{60FA1B5A-A522-DF38-95F7-F4280332B241}"/>
          </ac:spMkLst>
        </pc:spChg>
        <pc:spChg chg="add mod">
          <ac:chgData name="Chen, Guoyu" userId="a1da30b5-7b73-49fb-80e6-bc6b89ea9c94" providerId="ADAL" clId="{9D666258-9B08-4A5F-BF23-02815565CD35}" dt="2024-07-19T21:10:36.539" v="2265" actId="1076"/>
          <ac:spMkLst>
            <pc:docMk/>
            <pc:sldMk cId="1748820181" sldId="1080"/>
            <ac:spMk id="56" creationId="{0899A8E2-B4BB-D5B7-F7DA-49D206707A5C}"/>
          </ac:spMkLst>
        </pc:spChg>
        <pc:picChg chg="add del mod">
          <ac:chgData name="Chen, Guoyu" userId="a1da30b5-7b73-49fb-80e6-bc6b89ea9c94" providerId="ADAL" clId="{9D666258-9B08-4A5F-BF23-02815565CD35}" dt="2024-07-18T04:02:58.183" v="1995" actId="478"/>
          <ac:picMkLst>
            <pc:docMk/>
            <pc:sldMk cId="1748820181" sldId="1080"/>
            <ac:picMk id="4" creationId="{21E2BD39-8166-3762-6D40-5F8FAA31AD17}"/>
          </ac:picMkLst>
        </pc:picChg>
        <pc:picChg chg="add del mod">
          <ac:chgData name="Chen, Guoyu" userId="a1da30b5-7b73-49fb-80e6-bc6b89ea9c94" providerId="ADAL" clId="{9D666258-9B08-4A5F-BF23-02815565CD35}" dt="2024-07-19T20:58:37.037" v="2114" actId="478"/>
          <ac:picMkLst>
            <pc:docMk/>
            <pc:sldMk cId="1748820181" sldId="1080"/>
            <ac:picMk id="4" creationId="{366DF40D-E418-6F82-A1E1-4B1EBF52C9E3}"/>
          </ac:picMkLst>
        </pc:picChg>
        <pc:picChg chg="add del mod">
          <ac:chgData name="Chen, Guoyu" userId="a1da30b5-7b73-49fb-80e6-bc6b89ea9c94" providerId="ADAL" clId="{9D666258-9B08-4A5F-BF23-02815565CD35}" dt="2024-07-18T04:01:20.958" v="1970" actId="478"/>
          <ac:picMkLst>
            <pc:docMk/>
            <pc:sldMk cId="1748820181" sldId="1080"/>
            <ac:picMk id="5" creationId="{116B9796-A317-5C21-614D-4E66A0657FBE}"/>
          </ac:picMkLst>
        </pc:picChg>
        <pc:picChg chg="add mod">
          <ac:chgData name="Chen, Guoyu" userId="a1da30b5-7b73-49fb-80e6-bc6b89ea9c94" providerId="ADAL" clId="{9D666258-9B08-4A5F-BF23-02815565CD35}" dt="2024-07-19T21:05:25.844" v="2216" actId="1076"/>
          <ac:picMkLst>
            <pc:docMk/>
            <pc:sldMk cId="1748820181" sldId="1080"/>
            <ac:picMk id="5" creationId="{DFA84705-5CB4-9C8B-020F-0BECF3EE07E8}"/>
          </ac:picMkLst>
        </pc:picChg>
        <pc:picChg chg="add del mod">
          <ac:chgData name="Chen, Guoyu" userId="a1da30b5-7b73-49fb-80e6-bc6b89ea9c94" providerId="ADAL" clId="{9D666258-9B08-4A5F-BF23-02815565CD35}" dt="2024-07-17T15:56:42.843" v="1865" actId="478"/>
          <ac:picMkLst>
            <pc:docMk/>
            <pc:sldMk cId="1748820181" sldId="1080"/>
            <ac:picMk id="6" creationId="{2A83CE09-75CC-FF5B-C8BB-114AFF7C81D1}"/>
          </ac:picMkLst>
        </pc:picChg>
        <pc:picChg chg="add del mod">
          <ac:chgData name="Chen, Guoyu" userId="a1da30b5-7b73-49fb-80e6-bc6b89ea9c94" providerId="ADAL" clId="{9D666258-9B08-4A5F-BF23-02815565CD35}" dt="2024-07-17T15:56:46.911" v="1868" actId="478"/>
          <ac:picMkLst>
            <pc:docMk/>
            <pc:sldMk cId="1748820181" sldId="1080"/>
            <ac:picMk id="7" creationId="{61F386AF-88F7-DA2C-344E-86670C83FB75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8" creationId="{5A0223B3-3184-01F0-20D0-B0E00BD43AB4}"/>
          </ac:picMkLst>
        </pc:picChg>
        <pc:picChg chg="add del mod">
          <ac:chgData name="Chen, Guoyu" userId="a1da30b5-7b73-49fb-80e6-bc6b89ea9c94" providerId="ADAL" clId="{9D666258-9B08-4A5F-BF23-02815565CD35}" dt="2024-07-17T15:44:20.097" v="1816" actId="478"/>
          <ac:picMkLst>
            <pc:docMk/>
            <pc:sldMk cId="1748820181" sldId="1080"/>
            <ac:picMk id="9" creationId="{14DD5B56-B21B-7FEF-6CC3-127A01E6949F}"/>
          </ac:picMkLst>
        </pc:picChg>
        <pc:picChg chg="add del mod">
          <ac:chgData name="Chen, Guoyu" userId="a1da30b5-7b73-49fb-80e6-bc6b89ea9c94" providerId="ADAL" clId="{9D666258-9B08-4A5F-BF23-02815565CD35}" dt="2024-07-17T15:44:20.097" v="1816" actId="478"/>
          <ac:picMkLst>
            <pc:docMk/>
            <pc:sldMk cId="1748820181" sldId="1080"/>
            <ac:picMk id="10" creationId="{A2EC1BA2-BED5-499B-2F5E-41B0BD78DC37}"/>
          </ac:picMkLst>
        </pc:picChg>
        <pc:picChg chg="add del mod">
          <ac:chgData name="Chen, Guoyu" userId="a1da30b5-7b73-49fb-80e6-bc6b89ea9c94" providerId="ADAL" clId="{9D666258-9B08-4A5F-BF23-02815565CD35}" dt="2024-07-17T15:44:20.097" v="1816" actId="478"/>
          <ac:picMkLst>
            <pc:docMk/>
            <pc:sldMk cId="1748820181" sldId="1080"/>
            <ac:picMk id="11" creationId="{6E9552EB-AF89-2973-F249-9793BF383FF3}"/>
          </ac:picMkLst>
        </pc:picChg>
        <pc:picChg chg="add del mod">
          <ac:chgData name="Chen, Guoyu" userId="a1da30b5-7b73-49fb-80e6-bc6b89ea9c94" providerId="ADAL" clId="{9D666258-9B08-4A5F-BF23-02815565CD35}" dt="2024-07-17T15:44:20.097" v="1816" actId="478"/>
          <ac:picMkLst>
            <pc:docMk/>
            <pc:sldMk cId="1748820181" sldId="1080"/>
            <ac:picMk id="12" creationId="{D6F05E3A-7876-11C7-DA0A-45FE81ADA277}"/>
          </ac:picMkLst>
        </pc:picChg>
        <pc:picChg chg="add del mod">
          <ac:chgData name="Chen, Guoyu" userId="a1da30b5-7b73-49fb-80e6-bc6b89ea9c94" providerId="ADAL" clId="{9D666258-9B08-4A5F-BF23-02815565CD35}" dt="2024-07-17T15:44:20.097" v="1816" actId="478"/>
          <ac:picMkLst>
            <pc:docMk/>
            <pc:sldMk cId="1748820181" sldId="1080"/>
            <ac:picMk id="13" creationId="{3E114FA2-44C6-9D13-DE68-5DCB18297D41}"/>
          </ac:picMkLst>
        </pc:picChg>
        <pc:picChg chg="add mod">
          <ac:chgData name="Chen, Guoyu" userId="a1da30b5-7b73-49fb-80e6-bc6b89ea9c94" providerId="ADAL" clId="{9D666258-9B08-4A5F-BF23-02815565CD35}" dt="2024-07-19T21:05:31.657" v="2217" actId="1076"/>
          <ac:picMkLst>
            <pc:docMk/>
            <pc:sldMk cId="1748820181" sldId="1080"/>
            <ac:picMk id="13" creationId="{CF0F71E3-70CC-D725-E811-9328C86AD85F}"/>
          </ac:picMkLst>
        </pc:picChg>
        <pc:picChg chg="add del mod">
          <ac:chgData name="Chen, Guoyu" userId="a1da30b5-7b73-49fb-80e6-bc6b89ea9c94" providerId="ADAL" clId="{9D666258-9B08-4A5F-BF23-02815565CD35}" dt="2024-07-17T15:44:55.378" v="1826" actId="478"/>
          <ac:picMkLst>
            <pc:docMk/>
            <pc:sldMk cId="1748820181" sldId="1080"/>
            <ac:picMk id="14" creationId="{8FC699A0-A461-A9F1-0DCB-B231DB9F5299}"/>
          </ac:picMkLst>
        </pc:picChg>
        <pc:picChg chg="add del mod">
          <ac:chgData name="Chen, Guoyu" userId="a1da30b5-7b73-49fb-80e6-bc6b89ea9c94" providerId="ADAL" clId="{9D666258-9B08-4A5F-BF23-02815565CD35}" dt="2024-07-18T04:01:22.285" v="1972" actId="478"/>
          <ac:picMkLst>
            <pc:docMk/>
            <pc:sldMk cId="1748820181" sldId="1080"/>
            <ac:picMk id="19" creationId="{1DC0CD0A-947C-66C6-03E0-BAF47C283517}"/>
          </ac:picMkLst>
        </pc:picChg>
        <pc:picChg chg="add del mod">
          <ac:chgData name="Chen, Guoyu" userId="a1da30b5-7b73-49fb-80e6-bc6b89ea9c94" providerId="ADAL" clId="{9D666258-9B08-4A5F-BF23-02815565CD35}" dt="2024-07-17T16:02:45.999" v="1917" actId="478"/>
          <ac:picMkLst>
            <pc:docMk/>
            <pc:sldMk cId="1748820181" sldId="1080"/>
            <ac:picMk id="22" creationId="{385BA7F0-ABA8-8CAA-147C-264CBEB841C8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23" creationId="{DB71EE33-A015-83F3-5A38-1F8323279720}"/>
          </ac:picMkLst>
        </pc:picChg>
        <pc:picChg chg="add del mod">
          <ac:chgData name="Chen, Guoyu" userId="a1da30b5-7b73-49fb-80e6-bc6b89ea9c94" providerId="ADAL" clId="{9D666258-9B08-4A5F-BF23-02815565CD35}" dt="2024-07-17T15:44:52.950" v="1825" actId="478"/>
          <ac:picMkLst>
            <pc:docMk/>
            <pc:sldMk cId="1748820181" sldId="1080"/>
            <ac:picMk id="26" creationId="{EBBBC3B9-725C-B02D-E75F-C27AFCFAECB6}"/>
          </ac:picMkLst>
        </pc:picChg>
        <pc:picChg chg="add del mod">
          <ac:chgData name="Chen, Guoyu" userId="a1da30b5-7b73-49fb-80e6-bc6b89ea9c94" providerId="ADAL" clId="{9D666258-9B08-4A5F-BF23-02815565CD35}" dt="2024-07-17T15:44:01.871" v="1807" actId="478"/>
          <ac:picMkLst>
            <pc:docMk/>
            <pc:sldMk cId="1748820181" sldId="1080"/>
            <ac:picMk id="27" creationId="{C60C2FA2-8A6F-CEA1-BE62-1BE988566F7A}"/>
          </ac:picMkLst>
        </pc:picChg>
        <pc:picChg chg="add del mod">
          <ac:chgData name="Chen, Guoyu" userId="a1da30b5-7b73-49fb-80e6-bc6b89ea9c94" providerId="ADAL" clId="{9D666258-9B08-4A5F-BF23-02815565CD35}" dt="2024-07-18T04:01:23.365" v="1973" actId="478"/>
          <ac:picMkLst>
            <pc:docMk/>
            <pc:sldMk cId="1748820181" sldId="1080"/>
            <ac:picMk id="31" creationId="{C96DF6F9-CD31-A68A-EE2C-1E2E87448C5E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32" creationId="{4C94BDCD-053C-7B92-6EB1-F65D6070CE52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33" creationId="{C3565735-22B9-C471-0C98-1E9E490BC155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34" creationId="{DDBB4157-2DC1-AE2E-B9C8-B59738B7FEF4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35" creationId="{E1C45532-B794-0E71-79A3-2ACE206FBA30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36" creationId="{994EAC88-B159-7547-2CD8-DB42876819F7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37" creationId="{C7485ED1-6E49-9BF5-7DA0-D297B770EBA7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38" creationId="{B98F0279-20AE-5405-2B3F-AE4BBBB3A27E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39" creationId="{7DF6D8AB-9A33-89FF-8E36-E0546400269B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40" creationId="{E41606CA-0EAD-BE55-0695-265450C8891F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41" creationId="{48B51D94-CFBE-3AC0-A7D9-A63807A408EA}"/>
          </ac:picMkLst>
        </pc:picChg>
        <pc:picChg chg="add del mod">
          <ac:chgData name="Chen, Guoyu" userId="a1da30b5-7b73-49fb-80e6-bc6b89ea9c94" providerId="ADAL" clId="{9D666258-9B08-4A5F-BF23-02815565CD35}" dt="2024-07-17T16:00:19.636" v="1895" actId="478"/>
          <ac:picMkLst>
            <pc:docMk/>
            <pc:sldMk cId="1748820181" sldId="1080"/>
            <ac:picMk id="42" creationId="{67336055-5FAE-2B8C-8915-D515DD8E1EC0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43" creationId="{0187855A-04C3-5B49-6004-18CE8D16BB82}"/>
          </ac:picMkLst>
        </pc:picChg>
        <pc:picChg chg="add del mod">
          <ac:chgData name="Chen, Guoyu" userId="a1da30b5-7b73-49fb-80e6-bc6b89ea9c94" providerId="ADAL" clId="{9D666258-9B08-4A5F-BF23-02815565CD35}" dt="2024-07-17T16:00:17.833" v="1894" actId="478"/>
          <ac:picMkLst>
            <pc:docMk/>
            <pc:sldMk cId="1748820181" sldId="1080"/>
            <ac:picMk id="44" creationId="{01A14497-A5D3-0684-7E6B-C87F89A033BF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45" creationId="{F014362A-6E52-8866-17F9-22739DF5B049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46" creationId="{0E9DC098-BA64-08E2-F481-985311143689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47" creationId="{2A163A71-FFDE-D519-344C-6CF1E7B2809B}"/>
          </ac:picMkLst>
        </pc:picChg>
        <pc:picChg chg="add del mod">
          <ac:chgData name="Chen, Guoyu" userId="a1da30b5-7b73-49fb-80e6-bc6b89ea9c94" providerId="ADAL" clId="{9D666258-9B08-4A5F-BF23-02815565CD35}" dt="2024-07-18T04:01:18.395" v="1969" actId="478"/>
          <ac:picMkLst>
            <pc:docMk/>
            <pc:sldMk cId="1748820181" sldId="1080"/>
            <ac:picMk id="48" creationId="{74E26EC2-7C3A-D93F-0FF6-FF69C4240BDA}"/>
          </ac:picMkLst>
        </pc:picChg>
        <pc:picChg chg="add del mod">
          <ac:chgData name="Chen, Guoyu" userId="a1da30b5-7b73-49fb-80e6-bc6b89ea9c94" providerId="ADAL" clId="{9D666258-9B08-4A5F-BF23-02815565CD35}" dt="2024-07-17T16:02:45.999" v="1917" actId="478"/>
          <ac:picMkLst>
            <pc:docMk/>
            <pc:sldMk cId="1748820181" sldId="1080"/>
            <ac:picMk id="49" creationId="{883FD849-B4CB-9763-6EDA-050B00D470E8}"/>
          </ac:picMkLst>
        </pc:picChg>
        <pc:picChg chg="add del mod">
          <ac:chgData name="Chen, Guoyu" userId="a1da30b5-7b73-49fb-80e6-bc6b89ea9c94" providerId="ADAL" clId="{9D666258-9B08-4A5F-BF23-02815565CD35}" dt="2024-07-17T16:02:45.999" v="1917" actId="478"/>
          <ac:picMkLst>
            <pc:docMk/>
            <pc:sldMk cId="1748820181" sldId="1080"/>
            <ac:picMk id="50" creationId="{FA427712-FBCD-1A05-B4E8-66B69C0DB1FD}"/>
          </ac:picMkLst>
        </pc:picChg>
        <pc:picChg chg="add del mod">
          <ac:chgData name="Chen, Guoyu" userId="a1da30b5-7b73-49fb-80e6-bc6b89ea9c94" providerId="ADAL" clId="{9D666258-9B08-4A5F-BF23-02815565CD35}" dt="2024-07-17T16:02:45.999" v="1917" actId="478"/>
          <ac:picMkLst>
            <pc:docMk/>
            <pc:sldMk cId="1748820181" sldId="1080"/>
            <ac:picMk id="51" creationId="{663CD321-0F72-20B9-098A-BBA3225C0702}"/>
          </ac:picMkLst>
        </pc:picChg>
        <pc:picChg chg="add del mod">
          <ac:chgData name="Chen, Guoyu" userId="a1da30b5-7b73-49fb-80e6-bc6b89ea9c94" providerId="ADAL" clId="{9D666258-9B08-4A5F-BF23-02815565CD35}" dt="2024-07-18T04:01:58.376" v="1983" actId="478"/>
          <ac:picMkLst>
            <pc:docMk/>
            <pc:sldMk cId="1748820181" sldId="1080"/>
            <ac:picMk id="52" creationId="{22A39B06-8EDA-5395-2BF2-81348629F05F}"/>
          </ac:picMkLst>
        </pc:picChg>
        <pc:picChg chg="add del mod">
          <ac:chgData name="Chen, Guoyu" userId="a1da30b5-7b73-49fb-80e6-bc6b89ea9c94" providerId="ADAL" clId="{9D666258-9B08-4A5F-BF23-02815565CD35}" dt="2024-07-18T04:01:58.376" v="1983" actId="478"/>
          <ac:picMkLst>
            <pc:docMk/>
            <pc:sldMk cId="1748820181" sldId="1080"/>
            <ac:picMk id="53" creationId="{5A906E6A-3486-14F1-A809-73281882BCA0}"/>
          </ac:picMkLst>
        </pc:picChg>
        <pc:picChg chg="add del mod">
          <ac:chgData name="Chen, Guoyu" userId="a1da30b5-7b73-49fb-80e6-bc6b89ea9c94" providerId="ADAL" clId="{9D666258-9B08-4A5F-BF23-02815565CD35}" dt="2024-07-18T04:01:58.376" v="1983" actId="478"/>
          <ac:picMkLst>
            <pc:docMk/>
            <pc:sldMk cId="1748820181" sldId="1080"/>
            <ac:picMk id="54" creationId="{7BA91335-76BD-4311-2759-585B36E66F7D}"/>
          </ac:picMkLst>
        </pc:picChg>
        <pc:picChg chg="add del mod">
          <ac:chgData name="Chen, Guoyu" userId="a1da30b5-7b73-49fb-80e6-bc6b89ea9c94" providerId="ADAL" clId="{9D666258-9B08-4A5F-BF23-02815565CD35}" dt="2024-07-18T04:01:58.376" v="1983" actId="478"/>
          <ac:picMkLst>
            <pc:docMk/>
            <pc:sldMk cId="1748820181" sldId="1080"/>
            <ac:picMk id="55" creationId="{2FD29688-CC1C-1EF5-89C3-DEFF8021DE36}"/>
          </ac:picMkLst>
        </pc:picChg>
        <pc:picChg chg="add del mod">
          <ac:chgData name="Chen, Guoyu" userId="a1da30b5-7b73-49fb-80e6-bc6b89ea9c94" providerId="ADAL" clId="{9D666258-9B08-4A5F-BF23-02815565CD35}" dt="2024-07-18T04:03:06.508" v="2000" actId="478"/>
          <ac:picMkLst>
            <pc:docMk/>
            <pc:sldMk cId="1748820181" sldId="1080"/>
            <ac:picMk id="57" creationId="{141B1763-A2A6-738B-8D4C-7A5096F2A6BE}"/>
          </ac:picMkLst>
        </pc:picChg>
        <pc:picChg chg="add del mod">
          <ac:chgData name="Chen, Guoyu" userId="a1da30b5-7b73-49fb-80e6-bc6b89ea9c94" providerId="ADAL" clId="{9D666258-9B08-4A5F-BF23-02815565CD35}" dt="2024-07-18T04:03:06.508" v="2000" actId="478"/>
          <ac:picMkLst>
            <pc:docMk/>
            <pc:sldMk cId="1748820181" sldId="1080"/>
            <ac:picMk id="58" creationId="{6F5C368D-C410-E209-6410-8EFDA9EE5DBC}"/>
          </ac:picMkLst>
        </pc:picChg>
        <pc:picChg chg="add del mod">
          <ac:chgData name="Chen, Guoyu" userId="a1da30b5-7b73-49fb-80e6-bc6b89ea9c94" providerId="ADAL" clId="{9D666258-9B08-4A5F-BF23-02815565CD35}" dt="2024-07-18T04:03:06.508" v="2000" actId="478"/>
          <ac:picMkLst>
            <pc:docMk/>
            <pc:sldMk cId="1748820181" sldId="1080"/>
            <ac:picMk id="59" creationId="{C56E4BE3-0A1E-C8ED-7A99-1F16CB15FAC4}"/>
          </ac:picMkLst>
        </pc:picChg>
        <pc:picChg chg="add del mod">
          <ac:chgData name="Chen, Guoyu" userId="a1da30b5-7b73-49fb-80e6-bc6b89ea9c94" providerId="ADAL" clId="{9D666258-9B08-4A5F-BF23-02815565CD35}" dt="2024-07-18T04:03:06.508" v="2000" actId="478"/>
          <ac:picMkLst>
            <pc:docMk/>
            <pc:sldMk cId="1748820181" sldId="1080"/>
            <ac:picMk id="60" creationId="{4BBFEC22-BF6E-B9B7-1EF7-5F09F4296768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61" creationId="{4DF8B71B-BFEA-B541-3D09-FACF071D627E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62" creationId="{2DEE4686-2D54-9ED2-1A8F-09F2DEB03F2C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63" creationId="{C834FC2A-ED88-7E80-86EC-4B95C2B0C14D}"/>
          </ac:picMkLst>
        </pc:picChg>
        <pc:picChg chg="add mod">
          <ac:chgData name="Chen, Guoyu" userId="a1da30b5-7b73-49fb-80e6-bc6b89ea9c94" providerId="ADAL" clId="{9D666258-9B08-4A5F-BF23-02815565CD35}" dt="2024-07-18T04:02:00.745" v="1984"/>
          <ac:picMkLst>
            <pc:docMk/>
            <pc:sldMk cId="1748820181" sldId="1080"/>
            <ac:picMk id="1024" creationId="{9F3C3A26-815D-1AA3-BA2F-0578377E2EC0}"/>
          </ac:picMkLst>
        </pc:picChg>
        <pc:picChg chg="add mod">
          <ac:chgData name="Chen, Guoyu" userId="a1da30b5-7b73-49fb-80e6-bc6b89ea9c94" providerId="ADAL" clId="{9D666258-9B08-4A5F-BF23-02815565CD35}" dt="2024-07-18T04:02:00.745" v="1984"/>
          <ac:picMkLst>
            <pc:docMk/>
            <pc:sldMk cId="1748820181" sldId="1080"/>
            <ac:picMk id="1025" creationId="{E0E7C1DF-C166-3474-85EF-9CCC8511D75A}"/>
          </ac:picMkLst>
        </pc:picChg>
        <pc:picChg chg="add del mod">
          <ac:chgData name="Chen, Guoyu" userId="a1da30b5-7b73-49fb-80e6-bc6b89ea9c94" providerId="ADAL" clId="{9D666258-9B08-4A5F-BF23-02815565CD35}" dt="2024-07-18T04:01:21.677" v="1971" actId="478"/>
          <ac:picMkLst>
            <pc:docMk/>
            <pc:sldMk cId="1748820181" sldId="1080"/>
            <ac:picMk id="1026" creationId="{126A8719-9713-D404-1CA4-90DE721CDFDB}"/>
          </ac:picMkLst>
        </pc:picChg>
        <pc:picChg chg="del mod">
          <ac:chgData name="Chen, Guoyu" userId="a1da30b5-7b73-49fb-80e6-bc6b89ea9c94" providerId="ADAL" clId="{9D666258-9B08-4A5F-BF23-02815565CD35}" dt="2024-07-15T20:17:11.111" v="7" actId="478"/>
          <ac:picMkLst>
            <pc:docMk/>
            <pc:sldMk cId="1748820181" sldId="1080"/>
            <ac:picMk id="1026" creationId="{7C94CF96-696A-BF7F-57F3-143CEE85AD23}"/>
          </ac:picMkLst>
        </pc:picChg>
        <pc:picChg chg="add mod">
          <ac:chgData name="Chen, Guoyu" userId="a1da30b5-7b73-49fb-80e6-bc6b89ea9c94" providerId="ADAL" clId="{9D666258-9B08-4A5F-BF23-02815565CD35}" dt="2024-07-19T21:05:25.844" v="2216" actId="1076"/>
          <ac:picMkLst>
            <pc:docMk/>
            <pc:sldMk cId="1748820181" sldId="1080"/>
            <ac:picMk id="1026" creationId="{B19E270F-03BC-20B3-EE89-26A8B56753DD}"/>
          </ac:picMkLst>
        </pc:picChg>
        <pc:picChg chg="add mod">
          <ac:chgData name="Chen, Guoyu" userId="a1da30b5-7b73-49fb-80e6-bc6b89ea9c94" providerId="ADAL" clId="{9D666258-9B08-4A5F-BF23-02815565CD35}" dt="2024-07-18T04:02:00.745" v="1984"/>
          <ac:picMkLst>
            <pc:docMk/>
            <pc:sldMk cId="1748820181" sldId="1080"/>
            <ac:picMk id="1027" creationId="{B0AFB0F2-8C31-03BE-6E45-C47E00E5A595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28" creationId="{2DFBD6FB-9E33-A3D9-A480-6AECB2ACEA2B}"/>
          </ac:picMkLst>
        </pc:picChg>
        <pc:picChg chg="add mod">
          <ac:chgData name="Chen, Guoyu" userId="a1da30b5-7b73-49fb-80e6-bc6b89ea9c94" providerId="ADAL" clId="{9D666258-9B08-4A5F-BF23-02815565CD35}" dt="2024-07-18T04:02:00.745" v="1984"/>
          <ac:picMkLst>
            <pc:docMk/>
            <pc:sldMk cId="1748820181" sldId="1080"/>
            <ac:picMk id="1029" creationId="{85FEE3C1-B334-D1B5-CBBB-19B58A2B3525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0" creationId="{78A9DB26-5EF3-BD76-6547-C3787E22C03D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1" creationId="{6A122583-4396-EDDA-CC03-490D6CB39473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2" creationId="{9FC11B69-4433-E224-360D-4891E1CD3A1F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3" creationId="{103D683D-9906-1B31-7916-E276CA9D475C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4" creationId="{743AA5C2-F2F3-BA74-EECF-18562C4407BC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5" creationId="{3AA9A9E2-C52E-788D-AD00-33F6E37F4894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6" creationId="{724FDEC9-8CCE-CBCF-C591-43780DFE8A24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7" creationId="{7C820CB7-17C6-01C9-2DC3-8A38BFB8E782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8" creationId="{98A9F695-F2B5-B7A7-0F10-9B55D6204776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39" creationId="{EAAA65BF-A2EB-6B50-E1FA-859802F2E071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0" creationId="{4B900D6E-5F8E-1063-8EAA-D24A5A0EB250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1" creationId="{EBEAA969-46A4-8D9C-8493-44F9CEE3024A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2" creationId="{0A6890D8-28EC-8DA7-8D79-6C4603819C62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3" creationId="{2D21AFDD-FBF9-3631-6A81-CF67BDCE806E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4" creationId="{C6DCEFB8-1A45-0ECF-9BD2-2ED5F7B97DE9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5" creationId="{B682A79B-0002-514A-5B74-023B60570CF9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6" creationId="{66CE1D59-E502-91B1-2E7C-94A25E821579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7" creationId="{D767D97C-E1F0-52D9-ED87-64BBDA30D70C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8" creationId="{3BDE6EC2-5ADD-3063-3B36-966ECDB61494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49" creationId="{A5C2EFE8-8F5B-F200-3BA9-D4E6678349E8}"/>
          </ac:picMkLst>
        </pc:picChg>
        <pc:picChg chg="add mod">
          <ac:chgData name="Chen, Guoyu" userId="a1da30b5-7b73-49fb-80e6-bc6b89ea9c94" providerId="ADAL" clId="{9D666258-9B08-4A5F-BF23-02815565CD35}" dt="2024-07-19T21:10:36.539" v="2265" actId="1076"/>
          <ac:picMkLst>
            <pc:docMk/>
            <pc:sldMk cId="1748820181" sldId="1080"/>
            <ac:picMk id="1050" creationId="{AA9E7AD4-930C-B972-E2EB-89D3606E53D1}"/>
          </ac:picMkLst>
        </pc:picChg>
        <pc:cxnChg chg="add mod">
          <ac:chgData name="Chen, Guoyu" userId="a1da30b5-7b73-49fb-80e6-bc6b89ea9c94" providerId="ADAL" clId="{9D666258-9B08-4A5F-BF23-02815565CD35}" dt="2024-07-19T21:10:21.105" v="2264" actId="692"/>
          <ac:cxnSpMkLst>
            <pc:docMk/>
            <pc:sldMk cId="1748820181" sldId="1080"/>
            <ac:cxnSpMk id="7" creationId="{0FB40921-A5D2-E7A8-BF6E-0E032A23B5FC}"/>
          </ac:cxnSpMkLst>
        </pc:cxnChg>
        <pc:cxnChg chg="add mod">
          <ac:chgData name="Chen, Guoyu" userId="a1da30b5-7b73-49fb-80e6-bc6b89ea9c94" providerId="ADAL" clId="{9D666258-9B08-4A5F-BF23-02815565CD35}" dt="2024-07-19T21:10:15.415" v="2260" actId="692"/>
          <ac:cxnSpMkLst>
            <pc:docMk/>
            <pc:sldMk cId="1748820181" sldId="1080"/>
            <ac:cxnSpMk id="9" creationId="{380F992E-9125-665E-AB16-85F49799D1DB}"/>
          </ac:cxnSpMkLst>
        </pc:cxnChg>
        <pc:cxnChg chg="add del mod">
          <ac:chgData name="Chen, Guoyu" userId="a1da30b5-7b73-49fb-80e6-bc6b89ea9c94" providerId="ADAL" clId="{9D666258-9B08-4A5F-BF23-02815565CD35}" dt="2024-07-17T15:56:44.189" v="1866" actId="478"/>
          <ac:cxnSpMkLst>
            <pc:docMk/>
            <pc:sldMk cId="1748820181" sldId="1080"/>
            <ac:cxnSpMk id="20" creationId="{4399A3C7-DCC9-473F-4EBA-4508BED2AEC4}"/>
          </ac:cxnSpMkLst>
        </pc:cxnChg>
        <pc:cxnChg chg="add del mod">
          <ac:chgData name="Chen, Guoyu" userId="a1da30b5-7b73-49fb-80e6-bc6b89ea9c94" providerId="ADAL" clId="{9D666258-9B08-4A5F-BF23-02815565CD35}" dt="2024-07-17T15:56:45.314" v="1867" actId="478"/>
          <ac:cxnSpMkLst>
            <pc:docMk/>
            <pc:sldMk cId="1748820181" sldId="1080"/>
            <ac:cxnSpMk id="21" creationId="{1CFC989A-908E-DA13-9F04-0246E5D1747C}"/>
          </ac:cxnSpMkLst>
        </pc:cxnChg>
        <pc:cxnChg chg="add del mod">
          <ac:chgData name="Chen, Guoyu" userId="a1da30b5-7b73-49fb-80e6-bc6b89ea9c94" providerId="ADAL" clId="{9D666258-9B08-4A5F-BF23-02815565CD35}" dt="2024-07-17T15:56:50.872" v="1870" actId="478"/>
          <ac:cxnSpMkLst>
            <pc:docMk/>
            <pc:sldMk cId="1748820181" sldId="1080"/>
            <ac:cxnSpMk id="24" creationId="{EA7D48C7-E167-6A07-7050-802C32795829}"/>
          </ac:cxnSpMkLst>
        </pc:cxnChg>
        <pc:cxnChg chg="add del mod">
          <ac:chgData name="Chen, Guoyu" userId="a1da30b5-7b73-49fb-80e6-bc6b89ea9c94" providerId="ADAL" clId="{9D666258-9B08-4A5F-BF23-02815565CD35}" dt="2024-07-17T15:56:52.199" v="1871" actId="478"/>
          <ac:cxnSpMkLst>
            <pc:docMk/>
            <pc:sldMk cId="1748820181" sldId="1080"/>
            <ac:cxnSpMk id="25" creationId="{4913927E-39A6-96C0-DABD-C527C69986DB}"/>
          </ac:cxnSpMkLst>
        </pc:cxnChg>
      </pc:sldChg>
      <pc:sldChg chg="addSp delSp modSp mod modAnim">
        <pc:chgData name="Chen, Guoyu" userId="a1da30b5-7b73-49fb-80e6-bc6b89ea9c94" providerId="ADAL" clId="{9D666258-9B08-4A5F-BF23-02815565CD35}" dt="2024-07-25T01:17:20.013" v="3342" actId="1076"/>
        <pc:sldMkLst>
          <pc:docMk/>
          <pc:sldMk cId="525555888" sldId="1082"/>
        </pc:sldMkLst>
        <pc:spChg chg="mod">
          <ac:chgData name="Chen, Guoyu" userId="a1da30b5-7b73-49fb-80e6-bc6b89ea9c94" providerId="ADAL" clId="{9D666258-9B08-4A5F-BF23-02815565CD35}" dt="2024-07-20T04:20:24.835" v="3339" actId="1076"/>
          <ac:spMkLst>
            <pc:docMk/>
            <pc:sldMk cId="525555888" sldId="1082"/>
            <ac:spMk id="3" creationId="{60F5DBEA-F131-D528-37BE-8AC796F39085}"/>
          </ac:spMkLst>
        </pc:spChg>
        <pc:picChg chg="add del mod">
          <ac:chgData name="Chen, Guoyu" userId="a1da30b5-7b73-49fb-80e6-bc6b89ea9c94" providerId="ADAL" clId="{9D666258-9B08-4A5F-BF23-02815565CD35}" dt="2024-07-20T04:19:34.229" v="3330" actId="478"/>
          <ac:picMkLst>
            <pc:docMk/>
            <pc:sldMk cId="525555888" sldId="1082"/>
            <ac:picMk id="5" creationId="{BB2358B3-5DF2-F27C-BA8E-35BA2DA8BB5C}"/>
          </ac:picMkLst>
        </pc:picChg>
        <pc:picChg chg="add mod">
          <ac:chgData name="Chen, Guoyu" userId="a1da30b5-7b73-49fb-80e6-bc6b89ea9c94" providerId="ADAL" clId="{9D666258-9B08-4A5F-BF23-02815565CD35}" dt="2024-07-25T01:17:20.013" v="3342" actId="1076"/>
          <ac:picMkLst>
            <pc:docMk/>
            <pc:sldMk cId="525555888" sldId="1082"/>
            <ac:picMk id="7" creationId="{E0A62955-3320-5178-1B48-F32CF9E252DA}"/>
          </ac:picMkLst>
        </pc:picChg>
      </pc:sldChg>
      <pc:sldChg chg="addSp delSp modSp mod delAnim modAnim modNotesTx">
        <pc:chgData name="Chen, Guoyu" userId="a1da30b5-7b73-49fb-80e6-bc6b89ea9c94" providerId="ADAL" clId="{9D666258-9B08-4A5F-BF23-02815565CD35}" dt="2024-07-20T03:36:34.843" v="2986" actId="478"/>
        <pc:sldMkLst>
          <pc:docMk/>
          <pc:sldMk cId="1232963689" sldId="1083"/>
        </pc:sldMkLst>
        <pc:spChg chg="mod">
          <ac:chgData name="Chen, Guoyu" userId="a1da30b5-7b73-49fb-80e6-bc6b89ea9c94" providerId="ADAL" clId="{9D666258-9B08-4A5F-BF23-02815565CD35}" dt="2024-07-15T20:59:48.713" v="256"/>
          <ac:spMkLst>
            <pc:docMk/>
            <pc:sldMk cId="1232963689" sldId="1083"/>
            <ac:spMk id="2" creationId="{8988113E-7A8D-F8D7-D693-F351AC2E1814}"/>
          </ac:spMkLst>
        </pc:spChg>
        <pc:spChg chg="add del mod">
          <ac:chgData name="Chen, Guoyu" userId="a1da30b5-7b73-49fb-80e6-bc6b89ea9c94" providerId="ADAL" clId="{9D666258-9B08-4A5F-BF23-02815565CD35}" dt="2024-07-15T20:52:59.018" v="189" actId="22"/>
          <ac:spMkLst>
            <pc:docMk/>
            <pc:sldMk cId="1232963689" sldId="1083"/>
            <ac:spMk id="4" creationId="{F19C3A53-5A43-1C3C-C378-339B9961E1B8}"/>
          </ac:spMkLst>
        </pc:spChg>
        <pc:spChg chg="add mod">
          <ac:chgData name="Chen, Guoyu" userId="a1da30b5-7b73-49fb-80e6-bc6b89ea9c94" providerId="ADAL" clId="{9D666258-9B08-4A5F-BF23-02815565CD35}" dt="2024-07-15T21:56:56.049" v="1120" actId="692"/>
          <ac:spMkLst>
            <pc:docMk/>
            <pc:sldMk cId="1232963689" sldId="1083"/>
            <ac:spMk id="6" creationId="{4D98F792-9725-45EC-696D-0F78BD0DE8BB}"/>
          </ac:spMkLst>
        </pc:spChg>
        <pc:spChg chg="add mod">
          <ac:chgData name="Chen, Guoyu" userId="a1da30b5-7b73-49fb-80e6-bc6b89ea9c94" providerId="ADAL" clId="{9D666258-9B08-4A5F-BF23-02815565CD35}" dt="2024-07-15T21:36:30.255" v="948" actId="1076"/>
          <ac:spMkLst>
            <pc:docMk/>
            <pc:sldMk cId="1232963689" sldId="1083"/>
            <ac:spMk id="7" creationId="{749A4DA1-9530-A89A-D976-04396C7E61B4}"/>
          </ac:spMkLst>
        </pc:spChg>
        <pc:spChg chg="add mod">
          <ac:chgData name="Chen, Guoyu" userId="a1da30b5-7b73-49fb-80e6-bc6b89ea9c94" providerId="ADAL" clId="{9D666258-9B08-4A5F-BF23-02815565CD35}" dt="2024-07-15T21:36:16.927" v="946" actId="1076"/>
          <ac:spMkLst>
            <pc:docMk/>
            <pc:sldMk cId="1232963689" sldId="1083"/>
            <ac:spMk id="8" creationId="{9C8DEF28-771C-C05E-2ABE-8533FC9D82D1}"/>
          </ac:spMkLst>
        </pc:spChg>
        <pc:spChg chg="add mod">
          <ac:chgData name="Chen, Guoyu" userId="a1da30b5-7b73-49fb-80e6-bc6b89ea9c94" providerId="ADAL" clId="{9D666258-9B08-4A5F-BF23-02815565CD35}" dt="2024-07-15T21:09:31.353" v="463" actId="14100"/>
          <ac:spMkLst>
            <pc:docMk/>
            <pc:sldMk cId="1232963689" sldId="1083"/>
            <ac:spMk id="9" creationId="{9678DCAB-15B2-F862-1918-6196B8AC7220}"/>
          </ac:spMkLst>
        </pc:spChg>
        <pc:spChg chg="add mod">
          <ac:chgData name="Chen, Guoyu" userId="a1da30b5-7b73-49fb-80e6-bc6b89ea9c94" providerId="ADAL" clId="{9D666258-9B08-4A5F-BF23-02815565CD35}" dt="2024-07-15T21:39:32.886" v="973" actId="1076"/>
          <ac:spMkLst>
            <pc:docMk/>
            <pc:sldMk cId="1232963689" sldId="1083"/>
            <ac:spMk id="10" creationId="{ADC6165E-FA4E-C4C7-52F0-6D86417A8221}"/>
          </ac:spMkLst>
        </pc:spChg>
        <pc:spChg chg="add mod">
          <ac:chgData name="Chen, Guoyu" userId="a1da30b5-7b73-49fb-80e6-bc6b89ea9c94" providerId="ADAL" clId="{9D666258-9B08-4A5F-BF23-02815565CD35}" dt="2024-07-15T21:37:55.910" v="961" actId="1076"/>
          <ac:spMkLst>
            <pc:docMk/>
            <pc:sldMk cId="1232963689" sldId="1083"/>
            <ac:spMk id="11" creationId="{4A952591-B860-7FE9-0EFC-E0B1AE987A0A}"/>
          </ac:spMkLst>
        </pc:spChg>
        <pc:spChg chg="add mod">
          <ac:chgData name="Chen, Guoyu" userId="a1da30b5-7b73-49fb-80e6-bc6b89ea9c94" providerId="ADAL" clId="{9D666258-9B08-4A5F-BF23-02815565CD35}" dt="2024-07-15T21:09:29.439" v="462" actId="1076"/>
          <ac:spMkLst>
            <pc:docMk/>
            <pc:sldMk cId="1232963689" sldId="1083"/>
            <ac:spMk id="12" creationId="{4224263A-03F7-0CFC-20C3-E814434B46DA}"/>
          </ac:spMkLst>
        </pc:spChg>
        <pc:spChg chg="add mod">
          <ac:chgData name="Chen, Guoyu" userId="a1da30b5-7b73-49fb-80e6-bc6b89ea9c94" providerId="ADAL" clId="{9D666258-9B08-4A5F-BF23-02815565CD35}" dt="2024-07-15T21:34:39.823" v="934" actId="1076"/>
          <ac:spMkLst>
            <pc:docMk/>
            <pc:sldMk cId="1232963689" sldId="1083"/>
            <ac:spMk id="13" creationId="{8150D04D-F096-AA49-4B62-8B557EC57E9F}"/>
          </ac:spMkLst>
        </pc:spChg>
        <pc:spChg chg="add mod">
          <ac:chgData name="Chen, Guoyu" userId="a1da30b5-7b73-49fb-80e6-bc6b89ea9c94" providerId="ADAL" clId="{9D666258-9B08-4A5F-BF23-02815565CD35}" dt="2024-07-15T21:12:05.072" v="488" actId="1076"/>
          <ac:spMkLst>
            <pc:docMk/>
            <pc:sldMk cId="1232963689" sldId="1083"/>
            <ac:spMk id="14" creationId="{8301657C-7EEC-BBB8-466C-09600DFBE324}"/>
          </ac:spMkLst>
        </pc:spChg>
        <pc:spChg chg="add mod">
          <ac:chgData name="Chen, Guoyu" userId="a1da30b5-7b73-49fb-80e6-bc6b89ea9c94" providerId="ADAL" clId="{9D666258-9B08-4A5F-BF23-02815565CD35}" dt="2024-07-15T21:12:10.960" v="489" actId="1076"/>
          <ac:spMkLst>
            <pc:docMk/>
            <pc:sldMk cId="1232963689" sldId="1083"/>
            <ac:spMk id="15" creationId="{99D6C96E-A6A0-AD1D-BCC9-8DD4767073DE}"/>
          </ac:spMkLst>
        </pc:spChg>
        <pc:spChg chg="add mod">
          <ac:chgData name="Chen, Guoyu" userId="a1da30b5-7b73-49fb-80e6-bc6b89ea9c94" providerId="ADAL" clId="{9D666258-9B08-4A5F-BF23-02815565CD35}" dt="2024-07-15T21:13:24.657" v="500" actId="1076"/>
          <ac:spMkLst>
            <pc:docMk/>
            <pc:sldMk cId="1232963689" sldId="1083"/>
            <ac:spMk id="16" creationId="{D2CDC347-8BA1-82CE-A474-0157FF8DEC02}"/>
          </ac:spMkLst>
        </pc:spChg>
        <pc:spChg chg="add mod">
          <ac:chgData name="Chen, Guoyu" userId="a1da30b5-7b73-49fb-80e6-bc6b89ea9c94" providerId="ADAL" clId="{9D666258-9B08-4A5F-BF23-02815565CD35}" dt="2024-07-15T21:13:10.228" v="499" actId="1076"/>
          <ac:spMkLst>
            <pc:docMk/>
            <pc:sldMk cId="1232963689" sldId="1083"/>
            <ac:spMk id="17" creationId="{0B90D57D-0FFE-D57C-3786-5E160D43F6A3}"/>
          </ac:spMkLst>
        </pc:spChg>
        <pc:spChg chg="add mod">
          <ac:chgData name="Chen, Guoyu" userId="a1da30b5-7b73-49fb-80e6-bc6b89ea9c94" providerId="ADAL" clId="{9D666258-9B08-4A5F-BF23-02815565CD35}" dt="2024-07-15T21:13:06.096" v="498" actId="1076"/>
          <ac:spMkLst>
            <pc:docMk/>
            <pc:sldMk cId="1232963689" sldId="1083"/>
            <ac:spMk id="18" creationId="{9C229AB1-CDA6-F028-04CF-5DA91328E450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19" creationId="{4532807C-631C-A81F-5022-861648099A4A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20" creationId="{38337F76-E75C-EDAB-0551-08ABDC978724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21" creationId="{38CF1817-1B7B-D3EB-FAC2-EF3C23278F22}"/>
          </ac:spMkLst>
        </pc:spChg>
        <pc:spChg chg="add mod">
          <ac:chgData name="Chen, Guoyu" userId="a1da30b5-7b73-49fb-80e6-bc6b89ea9c94" providerId="ADAL" clId="{9D666258-9B08-4A5F-BF23-02815565CD35}" dt="2024-07-15T21:39:18.980" v="972" actId="1076"/>
          <ac:spMkLst>
            <pc:docMk/>
            <pc:sldMk cId="1232963689" sldId="1083"/>
            <ac:spMk id="22" creationId="{60A74654-62EE-F82D-8FEB-03EA3109DBA1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23" creationId="{BC5196D9-991D-0AA4-2C34-FB12EC202B8A}"/>
          </ac:spMkLst>
        </pc:spChg>
        <pc:spChg chg="add mod">
          <ac:chgData name="Chen, Guoyu" userId="a1da30b5-7b73-49fb-80e6-bc6b89ea9c94" providerId="ADAL" clId="{9D666258-9B08-4A5F-BF23-02815565CD35}" dt="2024-07-16T03:31:24.036" v="1592" actId="20577"/>
          <ac:spMkLst>
            <pc:docMk/>
            <pc:sldMk cId="1232963689" sldId="1083"/>
            <ac:spMk id="28" creationId="{53E007A9-885F-2A62-5636-294CE0F79ADE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29" creationId="{EF103641-4763-89AD-41DA-A9ACBF9AB997}"/>
          </ac:spMkLst>
        </pc:spChg>
        <pc:spChg chg="add mod">
          <ac:chgData name="Chen, Guoyu" userId="a1da30b5-7b73-49fb-80e6-bc6b89ea9c94" providerId="ADAL" clId="{9D666258-9B08-4A5F-BF23-02815565CD35}" dt="2024-07-15T21:34:21.122" v="930" actId="1076"/>
          <ac:spMkLst>
            <pc:docMk/>
            <pc:sldMk cId="1232963689" sldId="1083"/>
            <ac:spMk id="32" creationId="{78193DA0-A857-36CF-0323-CDA805E8F9A2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33" creationId="{147DF75C-D0A3-638F-14BB-12617C085FDA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34" creationId="{91322CDB-06FD-0023-36EF-89D2CF0B62F5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35" creationId="{D1FCE569-EC74-9814-8FA3-E4EC9F112E00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36" creationId="{1D96ED9C-4598-E83B-E8D1-42C190A72508}"/>
          </ac:spMkLst>
        </pc:spChg>
        <pc:spChg chg="add mod">
          <ac:chgData name="Chen, Guoyu" userId="a1da30b5-7b73-49fb-80e6-bc6b89ea9c94" providerId="ADAL" clId="{9D666258-9B08-4A5F-BF23-02815565CD35}" dt="2024-07-15T21:34:17.242" v="929" actId="1076"/>
          <ac:spMkLst>
            <pc:docMk/>
            <pc:sldMk cId="1232963689" sldId="1083"/>
            <ac:spMk id="63" creationId="{B91FBAEE-1FF6-AE7D-865D-6973642B3EFD}"/>
          </ac:spMkLst>
        </pc:spChg>
        <pc:spChg chg="add del mod ord">
          <ac:chgData name="Chen, Guoyu" userId="a1da30b5-7b73-49fb-80e6-bc6b89ea9c94" providerId="ADAL" clId="{9D666258-9B08-4A5F-BF23-02815565CD35}" dt="2024-07-20T03:36:34.843" v="2986" actId="478"/>
          <ac:spMkLst>
            <pc:docMk/>
            <pc:sldMk cId="1232963689" sldId="1083"/>
            <ac:spMk id="86" creationId="{20D2F065-0751-6417-349F-986F9EA4F455}"/>
          </ac:spMkLst>
        </pc:spChg>
        <pc:spChg chg="add del mod ord">
          <ac:chgData name="Chen, Guoyu" userId="a1da30b5-7b73-49fb-80e6-bc6b89ea9c94" providerId="ADAL" clId="{9D666258-9B08-4A5F-BF23-02815565CD35}" dt="2024-07-20T03:36:34.843" v="2986" actId="478"/>
          <ac:spMkLst>
            <pc:docMk/>
            <pc:sldMk cId="1232963689" sldId="1083"/>
            <ac:spMk id="87" creationId="{BFCD48E9-B55D-180A-CAFD-28EF2B64A7DE}"/>
          </ac:spMkLst>
        </pc:spChg>
        <pc:picChg chg="del mod">
          <ac:chgData name="Chen, Guoyu" userId="a1da30b5-7b73-49fb-80e6-bc6b89ea9c94" providerId="ADAL" clId="{9D666258-9B08-4A5F-BF23-02815565CD35}" dt="2024-07-15T21:47:12.940" v="1094" actId="478"/>
          <ac:picMkLst>
            <pc:docMk/>
            <pc:sldMk cId="1232963689" sldId="1083"/>
            <ac:picMk id="5" creationId="{4BC47076-19CC-C9EA-3093-FD02A593D12A}"/>
          </ac:picMkLst>
        </pc:pic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25" creationId="{9FDC1062-49C7-BC66-E28F-89312D233C52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30" creationId="{59665CAD-72CA-E719-0C59-B271058D38DB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38" creationId="{299D1805-23B8-C41B-6FA9-EE4CA673CEAD}"/>
          </ac:cxnSpMkLst>
        </pc:cxnChg>
        <pc:cxnChg chg="add mod">
          <ac:chgData name="Chen, Guoyu" userId="a1da30b5-7b73-49fb-80e6-bc6b89ea9c94" providerId="ADAL" clId="{9D666258-9B08-4A5F-BF23-02815565CD35}" dt="2024-07-15T21:39:18.980" v="972" actId="1076"/>
          <ac:cxnSpMkLst>
            <pc:docMk/>
            <pc:sldMk cId="1232963689" sldId="1083"/>
            <ac:cxnSpMk id="41" creationId="{3BA622C4-70A1-AEAA-186B-D09BC6A2680F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44" creationId="{CF5CECA7-3DC7-5F36-61AC-924DE547A4AB}"/>
          </ac:cxnSpMkLst>
        </pc:cxnChg>
        <pc:cxnChg chg="add del mod">
          <ac:chgData name="Chen, Guoyu" userId="a1da30b5-7b73-49fb-80e6-bc6b89ea9c94" providerId="ADAL" clId="{9D666258-9B08-4A5F-BF23-02815565CD35}" dt="2024-07-15T21:28:47.813" v="893" actId="478"/>
          <ac:cxnSpMkLst>
            <pc:docMk/>
            <pc:sldMk cId="1232963689" sldId="1083"/>
            <ac:cxnSpMk id="46" creationId="{FA6C1478-CF69-4243-DED3-78E5BB0616DB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48" creationId="{FA9F10E2-BD49-B472-F6B6-63C56B1C24F6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50" creationId="{EEE4D8B9-C456-9A09-6550-B379E92B9A64}"/>
          </ac:cxnSpMkLst>
        </pc:cxnChg>
        <pc:cxnChg chg="add mod">
          <ac:chgData name="Chen, Guoyu" userId="a1da30b5-7b73-49fb-80e6-bc6b89ea9c94" providerId="ADAL" clId="{9D666258-9B08-4A5F-BF23-02815565CD35}" dt="2024-07-15T21:34:17.242" v="929" actId="1076"/>
          <ac:cxnSpMkLst>
            <pc:docMk/>
            <pc:sldMk cId="1232963689" sldId="1083"/>
            <ac:cxnSpMk id="58" creationId="{0FF35851-BABA-1AC8-581E-53B7127DA866}"/>
          </ac:cxnSpMkLst>
        </pc:cxnChg>
        <pc:cxnChg chg="add mod">
          <ac:chgData name="Chen, Guoyu" userId="a1da30b5-7b73-49fb-80e6-bc6b89ea9c94" providerId="ADAL" clId="{9D666258-9B08-4A5F-BF23-02815565CD35}" dt="2024-07-15T21:35:25.025" v="942" actId="14100"/>
          <ac:cxnSpMkLst>
            <pc:docMk/>
            <pc:sldMk cId="1232963689" sldId="1083"/>
            <ac:cxnSpMk id="65" creationId="{335FCC9B-63F6-EE76-BFE7-AD2F529CCD3D}"/>
          </ac:cxnSpMkLst>
        </pc:cxnChg>
        <pc:cxnChg chg="add mod">
          <ac:chgData name="Chen, Guoyu" userId="a1da30b5-7b73-49fb-80e6-bc6b89ea9c94" providerId="ADAL" clId="{9D666258-9B08-4A5F-BF23-02815565CD35}" dt="2024-07-15T21:35:28.791" v="943" actId="14100"/>
          <ac:cxnSpMkLst>
            <pc:docMk/>
            <pc:sldMk cId="1232963689" sldId="1083"/>
            <ac:cxnSpMk id="67" creationId="{2568E353-1F77-9588-8BB7-0B1AF4C6305B}"/>
          </ac:cxnSpMkLst>
        </pc:cxnChg>
        <pc:cxnChg chg="add mod">
          <ac:chgData name="Chen, Guoyu" userId="a1da30b5-7b73-49fb-80e6-bc6b89ea9c94" providerId="ADAL" clId="{9D666258-9B08-4A5F-BF23-02815565CD35}" dt="2024-07-15T21:37:32.855" v="955" actId="692"/>
          <ac:cxnSpMkLst>
            <pc:docMk/>
            <pc:sldMk cId="1232963689" sldId="1083"/>
            <ac:cxnSpMk id="71" creationId="{046A8778-B6C2-3783-CA72-599B9C8AFC6F}"/>
          </ac:cxnSpMkLst>
        </pc:cxnChg>
        <pc:cxnChg chg="add mod">
          <ac:chgData name="Chen, Guoyu" userId="a1da30b5-7b73-49fb-80e6-bc6b89ea9c94" providerId="ADAL" clId="{9D666258-9B08-4A5F-BF23-02815565CD35}" dt="2024-07-15T21:37:37.975" v="956" actId="692"/>
          <ac:cxnSpMkLst>
            <pc:docMk/>
            <pc:sldMk cId="1232963689" sldId="1083"/>
            <ac:cxnSpMk id="73" creationId="{F570EB04-53C2-4C98-137D-1816C27A18F6}"/>
          </ac:cxnSpMkLst>
        </pc:cxnChg>
        <pc:cxnChg chg="add mod">
          <ac:chgData name="Chen, Guoyu" userId="a1da30b5-7b73-49fb-80e6-bc6b89ea9c94" providerId="ADAL" clId="{9D666258-9B08-4A5F-BF23-02815565CD35}" dt="2024-07-15T21:37:55.910" v="961" actId="1076"/>
          <ac:cxnSpMkLst>
            <pc:docMk/>
            <pc:sldMk cId="1232963689" sldId="1083"/>
            <ac:cxnSpMk id="77" creationId="{9A0F6609-B8C6-7842-B3C5-446BAE85D556}"/>
          </ac:cxnSpMkLst>
        </pc:cxnChg>
        <pc:cxnChg chg="add mod">
          <ac:chgData name="Chen, Guoyu" userId="a1da30b5-7b73-49fb-80e6-bc6b89ea9c94" providerId="ADAL" clId="{9D666258-9B08-4A5F-BF23-02815565CD35}" dt="2024-07-15T21:38:56.504" v="968" actId="692"/>
          <ac:cxnSpMkLst>
            <pc:docMk/>
            <pc:sldMk cId="1232963689" sldId="1083"/>
            <ac:cxnSpMk id="82" creationId="{BAD8927C-34C2-7C1B-043B-0B3DB27D3576}"/>
          </ac:cxnSpMkLst>
        </pc:cxnChg>
      </pc:sldChg>
      <pc:sldChg chg="modSp mod">
        <pc:chgData name="Chen, Guoyu" userId="a1da30b5-7b73-49fb-80e6-bc6b89ea9c94" providerId="ADAL" clId="{9D666258-9B08-4A5F-BF23-02815565CD35}" dt="2024-07-20T03:53:40.515" v="3213" actId="20577"/>
        <pc:sldMkLst>
          <pc:docMk/>
          <pc:sldMk cId="3150580929" sldId="1084"/>
        </pc:sldMkLst>
        <pc:spChg chg="mod">
          <ac:chgData name="Chen, Guoyu" userId="a1da30b5-7b73-49fb-80e6-bc6b89ea9c94" providerId="ADAL" clId="{9D666258-9B08-4A5F-BF23-02815565CD35}" dt="2024-07-20T03:53:40.515" v="3213" actId="20577"/>
          <ac:spMkLst>
            <pc:docMk/>
            <pc:sldMk cId="3150580929" sldId="1084"/>
            <ac:spMk id="3" creationId="{07CE8A5A-FC9C-9388-96A8-295A1B9FFEAD}"/>
          </ac:spMkLst>
        </pc:spChg>
      </pc:sldChg>
      <pc:sldChg chg="modSp mod">
        <pc:chgData name="Chen, Guoyu" userId="a1da30b5-7b73-49fb-80e6-bc6b89ea9c94" providerId="ADAL" clId="{9D666258-9B08-4A5F-BF23-02815565CD35}" dt="2024-07-20T03:44:07.011" v="3063" actId="207"/>
        <pc:sldMkLst>
          <pc:docMk/>
          <pc:sldMk cId="2499907052" sldId="1085"/>
        </pc:sldMkLst>
        <pc:spChg chg="mod">
          <ac:chgData name="Chen, Guoyu" userId="a1da30b5-7b73-49fb-80e6-bc6b89ea9c94" providerId="ADAL" clId="{9D666258-9B08-4A5F-BF23-02815565CD35}" dt="2024-07-20T03:44:07.011" v="3063" actId="207"/>
          <ac:spMkLst>
            <pc:docMk/>
            <pc:sldMk cId="2499907052" sldId="1085"/>
            <ac:spMk id="3" creationId="{E61DA331-DFE8-13F3-F03E-A0912DBB3F62}"/>
          </ac:spMkLst>
        </pc:spChg>
      </pc:sldChg>
      <pc:sldChg chg="addSp delSp modSp mod delAnim modAnim modNotesTx">
        <pc:chgData name="Chen, Guoyu" userId="a1da30b5-7b73-49fb-80e6-bc6b89ea9c94" providerId="ADAL" clId="{9D666258-9B08-4A5F-BF23-02815565CD35}" dt="2024-07-20T03:05:08.109" v="2486" actId="20577"/>
        <pc:sldMkLst>
          <pc:docMk/>
          <pc:sldMk cId="3254489102" sldId="1087"/>
        </pc:sldMkLst>
        <pc:spChg chg="mod">
          <ac:chgData name="Chen, Guoyu" userId="a1da30b5-7b73-49fb-80e6-bc6b89ea9c94" providerId="ADAL" clId="{9D666258-9B08-4A5F-BF23-02815565CD35}" dt="2024-07-20T02:38:27.519" v="2279" actId="20577"/>
          <ac:spMkLst>
            <pc:docMk/>
            <pc:sldMk cId="3254489102" sldId="1087"/>
            <ac:spMk id="3" creationId="{349962A1-F692-A1A9-94C0-C16DB1EEF3DB}"/>
          </ac:spMkLst>
        </pc:spChg>
        <pc:spChg chg="add del mod">
          <ac:chgData name="Chen, Guoyu" userId="a1da30b5-7b73-49fb-80e6-bc6b89ea9c94" providerId="ADAL" clId="{9D666258-9B08-4A5F-BF23-02815565CD35}" dt="2024-07-20T02:39:31.781" v="2294" actId="478"/>
          <ac:spMkLst>
            <pc:docMk/>
            <pc:sldMk cId="3254489102" sldId="1087"/>
            <ac:spMk id="5" creationId="{CBCEC97C-92E4-20BC-ECFE-38231BD86A6C}"/>
          </ac:spMkLst>
        </pc:spChg>
        <pc:spChg chg="add del mod">
          <ac:chgData name="Chen, Guoyu" userId="a1da30b5-7b73-49fb-80e6-bc6b89ea9c94" providerId="ADAL" clId="{9D666258-9B08-4A5F-BF23-02815565CD35}" dt="2024-07-20T02:42:39.747" v="2324" actId="478"/>
          <ac:spMkLst>
            <pc:docMk/>
            <pc:sldMk cId="3254489102" sldId="1087"/>
            <ac:spMk id="9" creationId="{CE4D45CB-7C7F-3E2C-A4E2-FF070F9E62F8}"/>
          </ac:spMkLst>
        </pc:spChg>
        <pc:spChg chg="add mod">
          <ac:chgData name="Chen, Guoyu" userId="a1da30b5-7b73-49fb-80e6-bc6b89ea9c94" providerId="ADAL" clId="{9D666258-9B08-4A5F-BF23-02815565CD35}" dt="2024-07-20T02:44:22.766" v="2330" actId="1582"/>
          <ac:spMkLst>
            <pc:docMk/>
            <pc:sldMk cId="3254489102" sldId="1087"/>
            <ac:spMk id="10" creationId="{85B76B2D-22A8-5424-C1AD-AD64EA5515B9}"/>
          </ac:spMkLst>
        </pc:spChg>
        <pc:spChg chg="add mod">
          <ac:chgData name="Chen, Guoyu" userId="a1da30b5-7b73-49fb-80e6-bc6b89ea9c94" providerId="ADAL" clId="{9D666258-9B08-4A5F-BF23-02815565CD35}" dt="2024-07-20T02:44:38.023" v="2333" actId="14100"/>
          <ac:spMkLst>
            <pc:docMk/>
            <pc:sldMk cId="3254489102" sldId="1087"/>
            <ac:spMk id="12" creationId="{DB6C5260-CE55-CFB8-4384-E27AFABC35D4}"/>
          </ac:spMkLst>
        </pc:spChg>
        <pc:spChg chg="add mod">
          <ac:chgData name="Chen, Guoyu" userId="a1da30b5-7b73-49fb-80e6-bc6b89ea9c94" providerId="ADAL" clId="{9D666258-9B08-4A5F-BF23-02815565CD35}" dt="2024-07-20T02:44:46.225" v="2337" actId="1076"/>
          <ac:spMkLst>
            <pc:docMk/>
            <pc:sldMk cId="3254489102" sldId="1087"/>
            <ac:spMk id="13" creationId="{0BF4750C-841B-7356-185E-762FB1746E3A}"/>
          </ac:spMkLst>
        </pc:spChg>
        <pc:spChg chg="add mod">
          <ac:chgData name="Chen, Guoyu" userId="a1da30b5-7b73-49fb-80e6-bc6b89ea9c94" providerId="ADAL" clId="{9D666258-9B08-4A5F-BF23-02815565CD35}" dt="2024-07-20T02:44:50.136" v="2339" actId="1076"/>
          <ac:spMkLst>
            <pc:docMk/>
            <pc:sldMk cId="3254489102" sldId="1087"/>
            <ac:spMk id="14" creationId="{8AAA6881-162F-6050-FB92-441394BB367E}"/>
          </ac:spMkLst>
        </pc:spChg>
        <pc:spChg chg="add mod">
          <ac:chgData name="Chen, Guoyu" userId="a1da30b5-7b73-49fb-80e6-bc6b89ea9c94" providerId="ADAL" clId="{9D666258-9B08-4A5F-BF23-02815565CD35}" dt="2024-07-20T02:45:22.751" v="2344" actId="14100"/>
          <ac:spMkLst>
            <pc:docMk/>
            <pc:sldMk cId="3254489102" sldId="1087"/>
            <ac:spMk id="15" creationId="{602F4346-3B20-DA74-31CD-81FB13352FCC}"/>
          </ac:spMkLst>
        </pc:spChg>
        <pc:spChg chg="add mod">
          <ac:chgData name="Chen, Guoyu" userId="a1da30b5-7b73-49fb-80e6-bc6b89ea9c94" providerId="ADAL" clId="{9D666258-9B08-4A5F-BF23-02815565CD35}" dt="2024-07-20T02:46:54.712" v="2363" actId="1076"/>
          <ac:spMkLst>
            <pc:docMk/>
            <pc:sldMk cId="3254489102" sldId="1087"/>
            <ac:spMk id="16" creationId="{0E9F9374-75EA-D80B-3460-86635344EEE6}"/>
          </ac:spMkLst>
        </pc:spChg>
        <pc:spChg chg="add mod">
          <ac:chgData name="Chen, Guoyu" userId="a1da30b5-7b73-49fb-80e6-bc6b89ea9c94" providerId="ADAL" clId="{9D666258-9B08-4A5F-BF23-02815565CD35}" dt="2024-07-20T02:46:17.422" v="2352" actId="1076"/>
          <ac:spMkLst>
            <pc:docMk/>
            <pc:sldMk cId="3254489102" sldId="1087"/>
            <ac:spMk id="17" creationId="{5B1261EE-C175-45F4-474F-E51FE574F2C5}"/>
          </ac:spMkLst>
        </pc:spChg>
        <pc:spChg chg="add mod">
          <ac:chgData name="Chen, Guoyu" userId="a1da30b5-7b73-49fb-80e6-bc6b89ea9c94" providerId="ADAL" clId="{9D666258-9B08-4A5F-BF23-02815565CD35}" dt="2024-07-20T02:46:23.280" v="2354" actId="1076"/>
          <ac:spMkLst>
            <pc:docMk/>
            <pc:sldMk cId="3254489102" sldId="1087"/>
            <ac:spMk id="18" creationId="{C7180258-54A0-80F8-EB89-20FC1BD16095}"/>
          </ac:spMkLst>
        </pc:spChg>
        <pc:spChg chg="add mod">
          <ac:chgData name="Chen, Guoyu" userId="a1da30b5-7b73-49fb-80e6-bc6b89ea9c94" providerId="ADAL" clId="{9D666258-9B08-4A5F-BF23-02815565CD35}" dt="2024-07-20T02:46:29.166" v="2356" actId="1076"/>
          <ac:spMkLst>
            <pc:docMk/>
            <pc:sldMk cId="3254489102" sldId="1087"/>
            <ac:spMk id="19" creationId="{220A08CB-8DA0-8D80-5728-21826C0D5726}"/>
          </ac:spMkLst>
        </pc:spChg>
        <pc:spChg chg="add mod">
          <ac:chgData name="Chen, Guoyu" userId="a1da30b5-7b73-49fb-80e6-bc6b89ea9c94" providerId="ADAL" clId="{9D666258-9B08-4A5F-BF23-02815565CD35}" dt="2024-07-20T02:46:34.948" v="2358" actId="1076"/>
          <ac:spMkLst>
            <pc:docMk/>
            <pc:sldMk cId="3254489102" sldId="1087"/>
            <ac:spMk id="20" creationId="{3B3D2604-F7B4-A1B4-DB5C-0419ADE0D807}"/>
          </ac:spMkLst>
        </pc:spChg>
        <pc:spChg chg="add mod">
          <ac:chgData name="Chen, Guoyu" userId="a1da30b5-7b73-49fb-80e6-bc6b89ea9c94" providerId="ADAL" clId="{9D666258-9B08-4A5F-BF23-02815565CD35}" dt="2024-07-20T02:46:45.673" v="2360" actId="1076"/>
          <ac:spMkLst>
            <pc:docMk/>
            <pc:sldMk cId="3254489102" sldId="1087"/>
            <ac:spMk id="21" creationId="{942C44E8-6993-F82E-A8C5-966D54EEBE4C}"/>
          </ac:spMkLst>
        </pc:spChg>
        <pc:spChg chg="add mod">
          <ac:chgData name="Chen, Guoyu" userId="a1da30b5-7b73-49fb-80e6-bc6b89ea9c94" providerId="ADAL" clId="{9D666258-9B08-4A5F-BF23-02815565CD35}" dt="2024-07-20T02:46:51.576" v="2362" actId="1076"/>
          <ac:spMkLst>
            <pc:docMk/>
            <pc:sldMk cId="3254489102" sldId="1087"/>
            <ac:spMk id="22" creationId="{CC0BF60D-27A8-C5EB-D3B0-DACB2BA8D869}"/>
          </ac:spMkLst>
        </pc:spChg>
        <pc:graphicFrameChg chg="add mod modGraphic">
          <ac:chgData name="Chen, Guoyu" userId="a1da30b5-7b73-49fb-80e6-bc6b89ea9c94" providerId="ADAL" clId="{9D666258-9B08-4A5F-BF23-02815565CD35}" dt="2024-07-20T02:39:21.043" v="2293" actId="1076"/>
          <ac:graphicFrameMkLst>
            <pc:docMk/>
            <pc:sldMk cId="3254489102" sldId="1087"/>
            <ac:graphicFrameMk id="6" creationId="{F2A3F6E3-1021-96FB-C5A2-AB79CBFF2056}"/>
          </ac:graphicFrameMkLst>
        </pc:graphicFrameChg>
        <pc:picChg chg="del mod">
          <ac:chgData name="Chen, Guoyu" userId="a1da30b5-7b73-49fb-80e6-bc6b89ea9c94" providerId="ADAL" clId="{9D666258-9B08-4A5F-BF23-02815565CD35}" dt="2024-07-20T02:39:42.872" v="2296" actId="478"/>
          <ac:picMkLst>
            <pc:docMk/>
            <pc:sldMk cId="3254489102" sldId="1087"/>
            <ac:picMk id="4" creationId="{6C89CD1C-788F-8B7C-A0A4-7C4CD0B92CA8}"/>
          </ac:picMkLst>
        </pc:picChg>
        <pc:picChg chg="add mod">
          <ac:chgData name="Chen, Guoyu" userId="a1da30b5-7b73-49fb-80e6-bc6b89ea9c94" providerId="ADAL" clId="{9D666258-9B08-4A5F-BF23-02815565CD35}" dt="2024-07-20T02:44:41.969" v="2336" actId="1076"/>
          <ac:picMkLst>
            <pc:docMk/>
            <pc:sldMk cId="3254489102" sldId="1087"/>
            <ac:picMk id="8" creationId="{EC27B395-E45F-8BBF-9C6E-00161FA5F217}"/>
          </ac:picMkLst>
        </pc:picChg>
        <pc:picChg chg="del">
          <ac:chgData name="Chen, Guoyu" userId="a1da30b5-7b73-49fb-80e6-bc6b89ea9c94" providerId="ADAL" clId="{9D666258-9B08-4A5F-BF23-02815565CD35}" dt="2024-07-20T02:36:59.587" v="2266" actId="478"/>
          <ac:picMkLst>
            <pc:docMk/>
            <pc:sldMk cId="3254489102" sldId="1087"/>
            <ac:picMk id="11" creationId="{36415333-8219-EA1D-BBEF-D79A4C80945F}"/>
          </ac:picMkLst>
        </pc:picChg>
      </pc:sldChg>
      <pc:sldChg chg="addSp modSp mod modAnim modNotesTx">
        <pc:chgData name="Chen, Guoyu" userId="a1da30b5-7b73-49fb-80e6-bc6b89ea9c94" providerId="ADAL" clId="{9D666258-9B08-4A5F-BF23-02815565CD35}" dt="2024-07-20T03:17:57.150" v="2668"/>
        <pc:sldMkLst>
          <pc:docMk/>
          <pc:sldMk cId="1715132039" sldId="1088"/>
        </pc:sldMkLst>
        <pc:spChg chg="mod">
          <ac:chgData name="Chen, Guoyu" userId="a1da30b5-7b73-49fb-80e6-bc6b89ea9c94" providerId="ADAL" clId="{9D666258-9B08-4A5F-BF23-02815565CD35}" dt="2024-07-20T03:08:55.985" v="2517" actId="255"/>
          <ac:spMkLst>
            <pc:docMk/>
            <pc:sldMk cId="1715132039" sldId="1088"/>
            <ac:spMk id="2" creationId="{4F3CEB22-976D-88AC-5CB3-73370A20BCAC}"/>
          </ac:spMkLst>
        </pc:spChg>
        <pc:spChg chg="mod">
          <ac:chgData name="Chen, Guoyu" userId="a1da30b5-7b73-49fb-80e6-bc6b89ea9c94" providerId="ADAL" clId="{9D666258-9B08-4A5F-BF23-02815565CD35}" dt="2024-07-20T03:14:23.861" v="2625" actId="255"/>
          <ac:spMkLst>
            <pc:docMk/>
            <pc:sldMk cId="1715132039" sldId="1088"/>
            <ac:spMk id="3" creationId="{2C932B47-DE1D-4C0D-8A39-CBE5453C2C04}"/>
          </ac:spMkLst>
        </pc:spChg>
        <pc:spChg chg="add mod">
          <ac:chgData name="Chen, Guoyu" userId="a1da30b5-7b73-49fb-80e6-bc6b89ea9c94" providerId="ADAL" clId="{9D666258-9B08-4A5F-BF23-02815565CD35}" dt="2024-07-20T03:17:36.041" v="2666" actId="1076"/>
          <ac:spMkLst>
            <pc:docMk/>
            <pc:sldMk cId="1715132039" sldId="1088"/>
            <ac:spMk id="6" creationId="{16524DA7-D94F-B709-1953-3B7241313FF6}"/>
          </ac:spMkLst>
        </pc:spChg>
        <pc:spChg chg="add mod">
          <ac:chgData name="Chen, Guoyu" userId="a1da30b5-7b73-49fb-80e6-bc6b89ea9c94" providerId="ADAL" clId="{9D666258-9B08-4A5F-BF23-02815565CD35}" dt="2024-07-20T03:16:54.446" v="2661" actId="1076"/>
          <ac:spMkLst>
            <pc:docMk/>
            <pc:sldMk cId="1715132039" sldId="1088"/>
            <ac:spMk id="7" creationId="{E1B82696-D1B3-4CE5-B684-001859FEFF00}"/>
          </ac:spMkLst>
        </pc:spChg>
        <pc:picChg chg="add mod">
          <ac:chgData name="Chen, Guoyu" userId="a1da30b5-7b73-49fb-80e6-bc6b89ea9c94" providerId="ADAL" clId="{9D666258-9B08-4A5F-BF23-02815565CD35}" dt="2024-07-20T03:15:59.666" v="2636" actId="1076"/>
          <ac:picMkLst>
            <pc:docMk/>
            <pc:sldMk cId="1715132039" sldId="1088"/>
            <ac:picMk id="4" creationId="{752BCF98-5322-BA59-AC18-3E6A162F59A4}"/>
          </ac:picMkLst>
        </pc:picChg>
        <pc:picChg chg="mod">
          <ac:chgData name="Chen, Guoyu" userId="a1da30b5-7b73-49fb-80e6-bc6b89ea9c94" providerId="ADAL" clId="{9D666258-9B08-4A5F-BF23-02815565CD35}" dt="2024-07-20T03:15:57.055" v="2635" actId="1076"/>
          <ac:picMkLst>
            <pc:docMk/>
            <pc:sldMk cId="1715132039" sldId="1088"/>
            <ac:picMk id="5" creationId="{40116202-BE02-D67A-3336-039DF8C3605A}"/>
          </ac:picMkLst>
        </pc:picChg>
      </pc:sldChg>
      <pc:sldChg chg="addSp modSp mod modAnim">
        <pc:chgData name="Chen, Guoyu" userId="a1da30b5-7b73-49fb-80e6-bc6b89ea9c94" providerId="ADAL" clId="{9D666258-9B08-4A5F-BF23-02815565CD35}" dt="2024-07-20T03:32:04.451" v="2927"/>
        <pc:sldMkLst>
          <pc:docMk/>
          <pc:sldMk cId="146754412" sldId="1089"/>
        </pc:sldMkLst>
        <pc:spChg chg="add mod">
          <ac:chgData name="Chen, Guoyu" userId="a1da30b5-7b73-49fb-80e6-bc6b89ea9c94" providerId="ADAL" clId="{9D666258-9B08-4A5F-BF23-02815565CD35}" dt="2024-07-20T03:31:09.441" v="2920" actId="14100"/>
          <ac:spMkLst>
            <pc:docMk/>
            <pc:sldMk cId="146754412" sldId="1089"/>
            <ac:spMk id="3" creationId="{87B6A501-85DF-45A7-2091-13538754A426}"/>
          </ac:spMkLst>
        </pc:spChg>
        <pc:spChg chg="add mod">
          <ac:chgData name="Chen, Guoyu" userId="a1da30b5-7b73-49fb-80e6-bc6b89ea9c94" providerId="ADAL" clId="{9D666258-9B08-4A5F-BF23-02815565CD35}" dt="2024-07-20T03:31:01.687" v="2919" actId="1076"/>
          <ac:spMkLst>
            <pc:docMk/>
            <pc:sldMk cId="146754412" sldId="1089"/>
            <ac:spMk id="4" creationId="{1514964A-ABE6-47B4-4142-7379932FC0E8}"/>
          </ac:spMkLst>
        </pc:spChg>
        <pc:picChg chg="mod">
          <ac:chgData name="Chen, Guoyu" userId="a1da30b5-7b73-49fb-80e6-bc6b89ea9c94" providerId="ADAL" clId="{9D666258-9B08-4A5F-BF23-02815565CD35}" dt="2024-07-20T03:30:18.716" v="2914" actId="1076"/>
          <ac:picMkLst>
            <pc:docMk/>
            <pc:sldMk cId="146754412" sldId="1089"/>
            <ac:picMk id="5" creationId="{86B0050A-EABB-91DD-1890-FEB3B52DD332}"/>
          </ac:picMkLst>
        </pc:picChg>
        <pc:cxnChg chg="mod">
          <ac:chgData name="Chen, Guoyu" userId="a1da30b5-7b73-49fb-80e6-bc6b89ea9c94" providerId="ADAL" clId="{9D666258-9B08-4A5F-BF23-02815565CD35}" dt="2024-07-20T03:30:08.168" v="2911" actId="208"/>
          <ac:cxnSpMkLst>
            <pc:docMk/>
            <pc:sldMk cId="146754412" sldId="1089"/>
            <ac:cxnSpMk id="6" creationId="{2FB17F9B-BE2F-C04E-1506-7A2E7CBD34F3}"/>
          </ac:cxnSpMkLst>
        </pc:cxnChg>
      </pc:sldChg>
      <pc:sldChg chg="modSp mod">
        <pc:chgData name="Chen, Guoyu" userId="a1da30b5-7b73-49fb-80e6-bc6b89ea9c94" providerId="ADAL" clId="{9D666258-9B08-4A5F-BF23-02815565CD35}" dt="2024-07-20T03:56:44.321" v="3266" actId="20577"/>
        <pc:sldMkLst>
          <pc:docMk/>
          <pc:sldMk cId="4243239066" sldId="1090"/>
        </pc:sldMkLst>
        <pc:spChg chg="mod">
          <ac:chgData name="Chen, Guoyu" userId="a1da30b5-7b73-49fb-80e6-bc6b89ea9c94" providerId="ADAL" clId="{9D666258-9B08-4A5F-BF23-02815565CD35}" dt="2024-07-20T03:56:44.321" v="3266" actId="20577"/>
          <ac:spMkLst>
            <pc:docMk/>
            <pc:sldMk cId="4243239066" sldId="1090"/>
            <ac:spMk id="3" creationId="{F0F7F5BF-6B05-252F-6C11-C93728419C73}"/>
          </ac:spMkLst>
        </pc:spChg>
      </pc:sldChg>
      <pc:sldChg chg="addSp delSp modSp mod delAnim modAnim">
        <pc:chgData name="Chen, Guoyu" userId="a1da30b5-7b73-49fb-80e6-bc6b89ea9c94" providerId="ADAL" clId="{9D666258-9B08-4A5F-BF23-02815565CD35}" dt="2024-07-20T02:55:58.856" v="2436"/>
        <pc:sldMkLst>
          <pc:docMk/>
          <pc:sldMk cId="3878933463" sldId="1097"/>
        </pc:sldMkLst>
        <pc:spChg chg="mod">
          <ac:chgData name="Chen, Guoyu" userId="a1da30b5-7b73-49fb-80e6-bc6b89ea9c94" providerId="ADAL" clId="{9D666258-9B08-4A5F-BF23-02815565CD35}" dt="2024-07-15T20:13:38.475" v="4" actId="255"/>
          <ac:spMkLst>
            <pc:docMk/>
            <pc:sldMk cId="3878933463" sldId="1097"/>
            <ac:spMk id="2" creationId="{1A1BF5AF-E063-2BD7-E723-42FD3B0EFF21}"/>
          </ac:spMkLst>
        </pc:spChg>
        <pc:spChg chg="mod">
          <ac:chgData name="Chen, Guoyu" userId="a1da30b5-7b73-49fb-80e6-bc6b89ea9c94" providerId="ADAL" clId="{9D666258-9B08-4A5F-BF23-02815565CD35}" dt="2024-07-20T02:53:07.510" v="2413" actId="20577"/>
          <ac:spMkLst>
            <pc:docMk/>
            <pc:sldMk cId="3878933463" sldId="1097"/>
            <ac:spMk id="3" creationId="{823BB908-6017-F098-254C-F30C01D3245D}"/>
          </ac:spMkLst>
        </pc:spChg>
        <pc:spChg chg="add mod">
          <ac:chgData name="Chen, Guoyu" userId="a1da30b5-7b73-49fb-80e6-bc6b89ea9c94" providerId="ADAL" clId="{9D666258-9B08-4A5F-BF23-02815565CD35}" dt="2024-07-20T02:55:19.330" v="2426" actId="14100"/>
          <ac:spMkLst>
            <pc:docMk/>
            <pc:sldMk cId="3878933463" sldId="1097"/>
            <ac:spMk id="7" creationId="{13F35C9A-B18B-F7EE-4F4C-1C1B633B23E1}"/>
          </ac:spMkLst>
        </pc:spChg>
        <pc:spChg chg="add mod">
          <ac:chgData name="Chen, Guoyu" userId="a1da30b5-7b73-49fb-80e6-bc6b89ea9c94" providerId="ADAL" clId="{9D666258-9B08-4A5F-BF23-02815565CD35}" dt="2024-07-20T02:54:55.008" v="2419" actId="14100"/>
          <ac:spMkLst>
            <pc:docMk/>
            <pc:sldMk cId="3878933463" sldId="1097"/>
            <ac:spMk id="8" creationId="{70F04671-A735-84C2-2EF1-AA9BC7983F32}"/>
          </ac:spMkLst>
        </pc:spChg>
        <pc:spChg chg="add del mod">
          <ac:chgData name="Chen, Guoyu" userId="a1da30b5-7b73-49fb-80e6-bc6b89ea9c94" providerId="ADAL" clId="{9D666258-9B08-4A5F-BF23-02815565CD35}" dt="2024-07-20T02:55:11.849" v="2424" actId="478"/>
          <ac:spMkLst>
            <pc:docMk/>
            <pc:sldMk cId="3878933463" sldId="1097"/>
            <ac:spMk id="9" creationId="{14E7BC82-BE21-0523-834A-C3F383C38FA8}"/>
          </ac:spMkLst>
        </pc:spChg>
        <pc:spChg chg="add mod">
          <ac:chgData name="Chen, Guoyu" userId="a1da30b5-7b73-49fb-80e6-bc6b89ea9c94" providerId="ADAL" clId="{9D666258-9B08-4A5F-BF23-02815565CD35}" dt="2024-07-20T02:55:32.748" v="2431" actId="14100"/>
          <ac:spMkLst>
            <pc:docMk/>
            <pc:sldMk cId="3878933463" sldId="1097"/>
            <ac:spMk id="10" creationId="{9656CA8E-39F8-7D27-AD86-C56C427DC966}"/>
          </ac:spMkLst>
        </pc:spChg>
        <pc:picChg chg="del">
          <ac:chgData name="Chen, Guoyu" userId="a1da30b5-7b73-49fb-80e6-bc6b89ea9c94" providerId="ADAL" clId="{9D666258-9B08-4A5F-BF23-02815565CD35}" dt="2024-07-20T02:50:14.186" v="2373" actId="478"/>
          <ac:picMkLst>
            <pc:docMk/>
            <pc:sldMk cId="3878933463" sldId="1097"/>
            <ac:picMk id="5" creationId="{5202D4AF-5C2F-7CD5-41AD-CEBF18B9C9F8}"/>
          </ac:picMkLst>
        </pc:picChg>
        <pc:picChg chg="add mod">
          <ac:chgData name="Chen, Guoyu" userId="a1da30b5-7b73-49fb-80e6-bc6b89ea9c94" providerId="ADAL" clId="{9D666258-9B08-4A5F-BF23-02815565CD35}" dt="2024-07-20T02:55:25.117" v="2429" actId="1076"/>
          <ac:picMkLst>
            <pc:docMk/>
            <pc:sldMk cId="3878933463" sldId="1097"/>
            <ac:picMk id="6" creationId="{13EA677B-4A7D-63FC-8BE2-2E8B123E5844}"/>
          </ac:picMkLst>
        </pc:picChg>
      </pc:sldChg>
      <pc:sldChg chg="addSp delSp modSp mod delAnim modAnim modNotesTx">
        <pc:chgData name="Chen, Guoyu" userId="a1da30b5-7b73-49fb-80e6-bc6b89ea9c94" providerId="ADAL" clId="{9D666258-9B08-4A5F-BF23-02815565CD35}" dt="2024-07-20T03:10:10.596" v="2586" actId="20577"/>
        <pc:sldMkLst>
          <pc:docMk/>
          <pc:sldMk cId="3938881281" sldId="1099"/>
        </pc:sldMkLst>
        <pc:spChg chg="mod">
          <ac:chgData name="Chen, Guoyu" userId="a1da30b5-7b73-49fb-80e6-bc6b89ea9c94" providerId="ADAL" clId="{9D666258-9B08-4A5F-BF23-02815565CD35}" dt="2024-07-20T03:08:47.756" v="2516"/>
          <ac:spMkLst>
            <pc:docMk/>
            <pc:sldMk cId="3938881281" sldId="1099"/>
            <ac:spMk id="2" creationId="{064663C7-D416-A51D-F2CA-AAB95F02E1FE}"/>
          </ac:spMkLst>
        </pc:spChg>
        <pc:spChg chg="mod">
          <ac:chgData name="Chen, Guoyu" userId="a1da30b5-7b73-49fb-80e6-bc6b89ea9c94" providerId="ADAL" clId="{9D666258-9B08-4A5F-BF23-02815565CD35}" dt="2024-07-20T03:09:13.695" v="2528" actId="20577"/>
          <ac:spMkLst>
            <pc:docMk/>
            <pc:sldMk cId="3938881281" sldId="1099"/>
            <ac:spMk id="3" creationId="{7AE3B8CF-2A58-44EB-E090-4D00D93A3D1E}"/>
          </ac:spMkLst>
        </pc:spChg>
        <pc:spChg chg="mod">
          <ac:chgData name="Chen, Guoyu" userId="a1da30b5-7b73-49fb-80e6-bc6b89ea9c94" providerId="ADAL" clId="{9D666258-9B08-4A5F-BF23-02815565CD35}" dt="2024-07-20T03:04:39.579" v="2459" actId="1076"/>
          <ac:spMkLst>
            <pc:docMk/>
            <pc:sldMk cId="3938881281" sldId="1099"/>
            <ac:spMk id="7" creationId="{EEB91E58-D08F-4B81-2F1E-09332564FE8B}"/>
          </ac:spMkLst>
        </pc:spChg>
        <pc:spChg chg="mod">
          <ac:chgData name="Chen, Guoyu" userId="a1da30b5-7b73-49fb-80e6-bc6b89ea9c94" providerId="ADAL" clId="{9D666258-9B08-4A5F-BF23-02815565CD35}" dt="2024-07-20T03:04:35.400" v="2458" actId="1076"/>
          <ac:spMkLst>
            <pc:docMk/>
            <pc:sldMk cId="3938881281" sldId="1099"/>
            <ac:spMk id="8" creationId="{487BF18A-278B-DA1B-D225-2135EA10DE93}"/>
          </ac:spMkLst>
        </pc:spChg>
        <pc:spChg chg="add mod">
          <ac:chgData name="Chen, Guoyu" userId="a1da30b5-7b73-49fb-80e6-bc6b89ea9c94" providerId="ADAL" clId="{9D666258-9B08-4A5F-BF23-02815565CD35}" dt="2024-07-20T03:05:54.119" v="2489" actId="14100"/>
          <ac:spMkLst>
            <pc:docMk/>
            <pc:sldMk cId="3938881281" sldId="1099"/>
            <ac:spMk id="12" creationId="{07A551C7-09DE-FD34-DD0C-88BB753DBF1B}"/>
          </ac:spMkLst>
        </pc:spChg>
        <pc:spChg chg="add mod">
          <ac:chgData name="Chen, Guoyu" userId="a1da30b5-7b73-49fb-80e6-bc6b89ea9c94" providerId="ADAL" clId="{9D666258-9B08-4A5F-BF23-02815565CD35}" dt="2024-07-20T03:06:04.734" v="2493" actId="14100"/>
          <ac:spMkLst>
            <pc:docMk/>
            <pc:sldMk cId="3938881281" sldId="1099"/>
            <ac:spMk id="13" creationId="{EBFA62AF-CCA6-39FB-23C4-9FEAE23012FC}"/>
          </ac:spMkLst>
        </pc:spChg>
        <pc:spChg chg="add mod">
          <ac:chgData name="Chen, Guoyu" userId="a1da30b5-7b73-49fb-80e6-bc6b89ea9c94" providerId="ADAL" clId="{9D666258-9B08-4A5F-BF23-02815565CD35}" dt="2024-07-20T03:06:22.780" v="2495" actId="1076"/>
          <ac:spMkLst>
            <pc:docMk/>
            <pc:sldMk cId="3938881281" sldId="1099"/>
            <ac:spMk id="14" creationId="{4DC9878B-108F-C202-40FD-4B908F06D461}"/>
          </ac:spMkLst>
        </pc:spChg>
        <pc:picChg chg="del mod">
          <ac:chgData name="Chen, Guoyu" userId="a1da30b5-7b73-49fb-80e6-bc6b89ea9c94" providerId="ADAL" clId="{9D666258-9B08-4A5F-BF23-02815565CD35}" dt="2024-07-18T05:21:04.115" v="2027" actId="478"/>
          <ac:picMkLst>
            <pc:docMk/>
            <pc:sldMk cId="3938881281" sldId="1099"/>
            <ac:picMk id="4" creationId="{A6125437-888C-C99D-BE5D-DEA9E255EF97}"/>
          </ac:picMkLst>
        </pc:picChg>
        <pc:picChg chg="del mod">
          <ac:chgData name="Chen, Guoyu" userId="a1da30b5-7b73-49fb-80e6-bc6b89ea9c94" providerId="ADAL" clId="{9D666258-9B08-4A5F-BF23-02815565CD35}" dt="2024-07-18T05:21:04.115" v="2027" actId="478"/>
          <ac:picMkLst>
            <pc:docMk/>
            <pc:sldMk cId="3938881281" sldId="1099"/>
            <ac:picMk id="5" creationId="{0F102FBD-FB10-5C73-EB32-E393E69F8023}"/>
          </ac:picMkLst>
        </pc:picChg>
        <pc:picChg chg="add mod">
          <ac:chgData name="Chen, Guoyu" userId="a1da30b5-7b73-49fb-80e6-bc6b89ea9c94" providerId="ADAL" clId="{9D666258-9B08-4A5F-BF23-02815565CD35}" dt="2024-07-20T03:04:06.810" v="2452" actId="1076"/>
          <ac:picMkLst>
            <pc:docMk/>
            <pc:sldMk cId="3938881281" sldId="1099"/>
            <ac:picMk id="5" creationId="{CA9284E0-FFB3-7C39-3716-971D7A934351}"/>
          </ac:picMkLst>
        </pc:picChg>
        <pc:picChg chg="add del mod">
          <ac:chgData name="Chen, Guoyu" userId="a1da30b5-7b73-49fb-80e6-bc6b89ea9c94" providerId="ADAL" clId="{9D666258-9B08-4A5F-BF23-02815565CD35}" dt="2024-07-20T02:49:00.770" v="2371" actId="478"/>
          <ac:picMkLst>
            <pc:docMk/>
            <pc:sldMk cId="3938881281" sldId="1099"/>
            <ac:picMk id="6" creationId="{DB8244FE-8E90-2F53-350A-D8AC10BCCB52}"/>
          </ac:picMkLst>
        </pc:picChg>
        <pc:picChg chg="add del mod">
          <ac:chgData name="Chen, Guoyu" userId="a1da30b5-7b73-49fb-80e6-bc6b89ea9c94" providerId="ADAL" clId="{9D666258-9B08-4A5F-BF23-02815565CD35}" dt="2024-07-20T02:49:01.181" v="2372" actId="478"/>
          <ac:picMkLst>
            <pc:docMk/>
            <pc:sldMk cId="3938881281" sldId="1099"/>
            <ac:picMk id="9" creationId="{B60DB7AB-B014-6D3B-13FB-7312C31759A4}"/>
          </ac:picMkLst>
        </pc:picChg>
        <pc:picChg chg="add mod">
          <ac:chgData name="Chen, Guoyu" userId="a1da30b5-7b73-49fb-80e6-bc6b89ea9c94" providerId="ADAL" clId="{9D666258-9B08-4A5F-BF23-02815565CD35}" dt="2024-07-20T03:03:56.679" v="2450" actId="1076"/>
          <ac:picMkLst>
            <pc:docMk/>
            <pc:sldMk cId="3938881281" sldId="1099"/>
            <ac:picMk id="11" creationId="{6F68A5B7-ED20-1C73-B781-F759150832FC}"/>
          </ac:picMkLst>
        </pc:picChg>
      </pc:sldChg>
      <pc:sldChg chg="modSp mod ord addAnim delAnim modAnim">
        <pc:chgData name="Chen, Guoyu" userId="a1da30b5-7b73-49fb-80e6-bc6b89ea9c94" providerId="ADAL" clId="{9D666258-9B08-4A5F-BF23-02815565CD35}" dt="2024-07-20T05:05:43.201" v="3341"/>
        <pc:sldMkLst>
          <pc:docMk/>
          <pc:sldMk cId="2891330005" sldId="1100"/>
        </pc:sldMkLst>
        <pc:spChg chg="mod">
          <ac:chgData name="Chen, Guoyu" userId="a1da30b5-7b73-49fb-80e6-bc6b89ea9c94" providerId="ADAL" clId="{9D666258-9B08-4A5F-BF23-02815565CD35}" dt="2024-07-15T21:00:03.366" v="270" actId="20577"/>
          <ac:spMkLst>
            <pc:docMk/>
            <pc:sldMk cId="2891330005" sldId="1100"/>
            <ac:spMk id="2" creationId="{1BCCD23E-3B58-E862-BDF4-F95020B7BCB9}"/>
          </ac:spMkLst>
        </pc:spChg>
        <pc:spChg chg="mod">
          <ac:chgData name="Chen, Guoyu" userId="a1da30b5-7b73-49fb-80e6-bc6b89ea9c94" providerId="ADAL" clId="{9D666258-9B08-4A5F-BF23-02815565CD35}" dt="2024-07-20T03:36:08.978" v="2985" actId="20577"/>
          <ac:spMkLst>
            <pc:docMk/>
            <pc:sldMk cId="2891330005" sldId="1100"/>
            <ac:spMk id="3" creationId="{59FAE801-46BE-26B1-4CC3-4496C6285C7C}"/>
          </ac:spMkLst>
        </pc:spChg>
      </pc:sldChg>
      <pc:sldChg chg="modSp mod">
        <pc:chgData name="Chen, Guoyu" userId="a1da30b5-7b73-49fb-80e6-bc6b89ea9c94" providerId="ADAL" clId="{9D666258-9B08-4A5F-BF23-02815565CD35}" dt="2024-07-20T03:39:07.358" v="3029" actId="20577"/>
        <pc:sldMkLst>
          <pc:docMk/>
          <pc:sldMk cId="2072161127" sldId="1101"/>
        </pc:sldMkLst>
        <pc:spChg chg="mod">
          <ac:chgData name="Chen, Guoyu" userId="a1da30b5-7b73-49fb-80e6-bc6b89ea9c94" providerId="ADAL" clId="{9D666258-9B08-4A5F-BF23-02815565CD35}" dt="2024-07-20T03:39:07.358" v="3029" actId="20577"/>
          <ac:spMkLst>
            <pc:docMk/>
            <pc:sldMk cId="2072161127" sldId="1101"/>
            <ac:spMk id="3" creationId="{A8351FB2-2450-CBFA-5733-0B1722D785D8}"/>
          </ac:spMkLst>
        </pc:spChg>
      </pc:sldChg>
      <pc:sldChg chg="modSp mod">
        <pc:chgData name="Chen, Guoyu" userId="a1da30b5-7b73-49fb-80e6-bc6b89ea9c94" providerId="ADAL" clId="{9D666258-9B08-4A5F-BF23-02815565CD35}" dt="2024-07-19T05:00:44.739" v="2034"/>
        <pc:sldMkLst>
          <pc:docMk/>
          <pc:sldMk cId="151287020" sldId="1102"/>
        </pc:sldMkLst>
        <pc:spChg chg="mod">
          <ac:chgData name="Chen, Guoyu" userId="a1da30b5-7b73-49fb-80e6-bc6b89ea9c94" providerId="ADAL" clId="{9D666258-9B08-4A5F-BF23-02815565CD35}" dt="2024-07-19T05:00:44.739" v="2034"/>
          <ac:spMkLst>
            <pc:docMk/>
            <pc:sldMk cId="151287020" sldId="1102"/>
            <ac:spMk id="3" creationId="{F5730A26-59E7-C487-30B3-8FCB0952ED44}"/>
          </ac:spMkLst>
        </pc:spChg>
      </pc:sldChg>
      <pc:sldChg chg="del">
        <pc:chgData name="Chen, Guoyu" userId="a1da30b5-7b73-49fb-80e6-bc6b89ea9c94" providerId="ADAL" clId="{9D666258-9B08-4A5F-BF23-02815565CD35}" dt="2024-07-20T03:44:31.921" v="3064" actId="47"/>
        <pc:sldMkLst>
          <pc:docMk/>
          <pc:sldMk cId="2992071365" sldId="1115"/>
        </pc:sldMkLst>
      </pc:sldChg>
      <pc:sldChg chg="addSp modSp mod modAnim">
        <pc:chgData name="Chen, Guoyu" userId="a1da30b5-7b73-49fb-80e6-bc6b89ea9c94" providerId="ADAL" clId="{9D666258-9B08-4A5F-BF23-02815565CD35}" dt="2024-07-20T03:44:59.998" v="3065" actId="1076"/>
        <pc:sldMkLst>
          <pc:docMk/>
          <pc:sldMk cId="2040183770" sldId="1116"/>
        </pc:sldMkLst>
        <pc:picChg chg="add mod">
          <ac:chgData name="Chen, Guoyu" userId="a1da30b5-7b73-49fb-80e6-bc6b89ea9c94" providerId="ADAL" clId="{9D666258-9B08-4A5F-BF23-02815565CD35}" dt="2024-07-20T03:44:59.998" v="3065" actId="1076"/>
          <ac:picMkLst>
            <pc:docMk/>
            <pc:sldMk cId="2040183770" sldId="1116"/>
            <ac:picMk id="6" creationId="{7C26BDEC-D8F8-D332-D0BD-7E284CB14EDD}"/>
          </ac:picMkLst>
        </pc:picChg>
      </pc:sldChg>
      <pc:sldChg chg="modSp mod">
        <pc:chgData name="Chen, Guoyu" userId="a1da30b5-7b73-49fb-80e6-bc6b89ea9c94" providerId="ADAL" clId="{9D666258-9B08-4A5F-BF23-02815565CD35}" dt="2024-07-20T03:43:51.873" v="3062" actId="20577"/>
        <pc:sldMkLst>
          <pc:docMk/>
          <pc:sldMk cId="1249328673" sldId="1118"/>
        </pc:sldMkLst>
        <pc:spChg chg="mod">
          <ac:chgData name="Chen, Guoyu" userId="a1da30b5-7b73-49fb-80e6-bc6b89ea9c94" providerId="ADAL" clId="{9D666258-9B08-4A5F-BF23-02815565CD35}" dt="2024-07-20T03:43:51.873" v="3062" actId="20577"/>
          <ac:spMkLst>
            <pc:docMk/>
            <pc:sldMk cId="1249328673" sldId="1118"/>
            <ac:spMk id="3" creationId="{8B23D18E-4EA7-BDF4-CDB9-99E0584AEA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552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2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552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fld id="{0BCB0E57-6791-457E-905F-80BD5865161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1394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zh-CN" altLang="en-US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157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1157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200"/>
            </a:lvl1pPr>
          </a:lstStyle>
          <a:p>
            <a:fld id="{56737F01-BE5A-4CE6-AE4F-725A91F756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2299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6E33D74-812E-47B4-A533-6381902583AD}" type="slidenum">
              <a:rPr lang="zh-CN" altLang="en-US" sz="1200" u="none"/>
              <a:pPr/>
              <a:t>1</a:t>
            </a:fld>
            <a:endParaRPr lang="en-US" altLang="zh-CN" sz="1200" u="none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1863" y="741363"/>
            <a:ext cx="4935537" cy="370205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305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Measurement is from Testbed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774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we have both advantages?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892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9640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 example of co-locating 1 training job and 1 inference job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8930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first-fit dispatching and packing</a:t>
            </a:r>
          </a:p>
          <a:p>
            <a:r>
              <a:rPr lang="en-US" dirty="0"/>
              <a:t>Inner loop: 4s</a:t>
            </a:r>
          </a:p>
          <a:p>
            <a:r>
              <a:rPr lang="en-US" dirty="0"/>
              <a:t>Outer loop: 100s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1108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CMR12"/>
              </a:rPr>
              <a:t>The workload of set 1 and set 2 has a batch size 100 and 105,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37F01-BE5A-4CE6-AE4F-725A91F75609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79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673226" y="1616075"/>
            <a:ext cx="6556375" cy="1143000"/>
          </a:xfrm>
        </p:spPr>
        <p:txBody>
          <a:bodyPr lIns="91176" rIns="91176" anchor="b"/>
          <a:lstStyle>
            <a:lvl1pPr>
              <a:defRPr sz="3600">
                <a:solidFill>
                  <a:srgbClr val="961C1F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73225" y="3278188"/>
            <a:ext cx="6400800" cy="1770062"/>
          </a:xfrm>
        </p:spPr>
        <p:txBody>
          <a:bodyPr/>
          <a:lstStyle>
            <a:lvl1pPr marL="0" indent="0" algn="ctr" defTabSz="1019175">
              <a:buFont typeface="Wingdings" pitchFamily="2" charset="2"/>
              <a:buNone/>
              <a:defRPr sz="1600"/>
            </a:lvl1pPr>
          </a:lstStyle>
          <a:p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711201" y="6230938"/>
            <a:ext cx="1930400" cy="5127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176" tIns="45588" rIns="91176" bIns="45588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buClrTx/>
              <a:buFontTx/>
              <a:buNone/>
              <a:defRPr sz="1300">
                <a:latin typeface="Times New Roman" pitchFamily="18" charset="0"/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49601" y="6230938"/>
            <a:ext cx="2844800" cy="512762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176" tIns="45588" rIns="91176" bIns="45588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buClrTx/>
              <a:buFontTx/>
              <a:buNone/>
              <a:defRPr sz="1400">
                <a:solidFill>
                  <a:srgbClr val="5E574E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04000" y="6245227"/>
            <a:ext cx="1828800" cy="5111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176" tIns="45588" rIns="91176" bIns="45588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buClrTx/>
              <a:buFontTx/>
              <a:buNone/>
              <a:defRPr sz="1400">
                <a:solidFill>
                  <a:srgbClr val="5E574E"/>
                </a:solidFill>
                <a:ea typeface="宋体" pitchFamily="2" charset="-122"/>
              </a:defRPr>
            </a:lvl1pPr>
          </a:lstStyle>
          <a:p>
            <a:fld id="{6A6AA90D-6764-444D-822E-FE8965E89B5E}" type="slidenum">
              <a:rPr lang="zh-CN" altLang="en-US"/>
              <a:pPr/>
              <a:t>‹#›</a:t>
            </a:fld>
            <a:endParaRPr lang="en-US" altLang="zh-CN"/>
          </a:p>
        </p:txBody>
      </p:sp>
      <p:pic>
        <p:nvPicPr>
          <p:cNvPr id="7" name="Picture 6" descr="osu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1" y="6013882"/>
            <a:ext cx="838199" cy="84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https://encrypted-tbn2.gstatic.com/images?q=tbn:ANd9GcQYEhl4QHx5XkxFLtkIuoSE3C5tqzvh0MilJ18uc8kv8E5gTTsn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640" y="6013882"/>
            <a:ext cx="1121160" cy="8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encrypted-tbn0.gstatic.com/images?q=tbn:ANd9GcQ5gPB1lQtve6BJM5vuSLhzXdS7UBhrx952m5jDvoxyL5WGfmx4EA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6013882"/>
            <a:ext cx="1096924" cy="8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osu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13882"/>
            <a:ext cx="838199" cy="84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 bwMode="auto">
          <a:xfrm>
            <a:off x="1935123" y="6013882"/>
            <a:ext cx="5249518" cy="844118"/>
          </a:xfrm>
          <a:prstGeom prst="rect">
            <a:avLst/>
          </a:prstGeom>
          <a:solidFill>
            <a:srgbClr val="960000"/>
          </a:solidFill>
          <a:ln w="6350" cap="flat" cmpd="sng" algn="ctr">
            <a:noFill/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rgbClr val="961C1F"/>
              </a:solidFill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962856" y="6205110"/>
            <a:ext cx="51940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Bernard MT Condensed" pitchFamily="18" charset="0"/>
                <a:cs typeface="Aharoni" pitchFamily="2" charset="-79"/>
              </a:rPr>
              <a:t>Power-Aware</a:t>
            </a:r>
            <a:r>
              <a:rPr lang="en-US" altLang="zh-CN" sz="2400" baseline="0" dirty="0">
                <a:solidFill>
                  <a:schemeClr val="bg1"/>
                </a:solidFill>
                <a:latin typeface="Bernard MT Condensed" pitchFamily="18" charset="0"/>
                <a:cs typeface="Aharoni" pitchFamily="2" charset="-79"/>
              </a:rPr>
              <a:t> Computer Systems (PACS) Lab</a:t>
            </a:r>
            <a:endParaRPr lang="en-US" sz="2400" dirty="0">
              <a:solidFill>
                <a:schemeClr val="bg1"/>
              </a:solidFill>
              <a:latin typeface="Bernard MT Condensed" pitchFamily="18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9430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61C1F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61C1F"/>
              </a:buClr>
              <a:defRPr/>
            </a:lvl1pPr>
            <a:lvl2pPr>
              <a:buClr>
                <a:srgbClr val="961C1F"/>
              </a:buClr>
              <a:defRPr/>
            </a:lvl2pPr>
            <a:lvl3pPr>
              <a:buClr>
                <a:srgbClr val="961C1F"/>
              </a:buClr>
              <a:defRPr/>
            </a:lvl3pPr>
            <a:lvl4pPr>
              <a:buClr>
                <a:srgbClr val="961C1F"/>
              </a:buClr>
              <a:defRPr/>
            </a:lvl4pPr>
            <a:lvl5pPr>
              <a:buClr>
                <a:srgbClr val="961C1F"/>
              </a:buCl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187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36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295400"/>
            <a:ext cx="3795713" cy="4722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4" y="1295400"/>
            <a:ext cx="3797300" cy="4722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73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18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37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30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233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759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5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0989" y="554040"/>
            <a:ext cx="1952625" cy="546417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9938" y="554040"/>
            <a:ext cx="5708650" cy="546417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869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69938" y="554039"/>
            <a:ext cx="7727950" cy="687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1295402"/>
            <a:ext cx="3795713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86314" y="1295402"/>
            <a:ext cx="3797300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1" y="3732213"/>
            <a:ext cx="3795713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6314" y="3732213"/>
            <a:ext cx="37973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7505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38" y="554039"/>
            <a:ext cx="7727950" cy="687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1295402"/>
            <a:ext cx="3795713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838201" y="3732213"/>
            <a:ext cx="3795713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4786314" y="1295400"/>
            <a:ext cx="3797300" cy="4722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614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38" y="554039"/>
            <a:ext cx="7727950" cy="687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1" y="1295402"/>
            <a:ext cx="7745413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1" y="3732213"/>
            <a:ext cx="7745413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9777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938" y="554039"/>
            <a:ext cx="7727950" cy="6873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1295402"/>
            <a:ext cx="3795713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86314" y="1295402"/>
            <a:ext cx="3797300" cy="228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838201" y="3732213"/>
            <a:ext cx="7745413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099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9938" y="554039"/>
            <a:ext cx="772795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588" rIns="0" bIns="45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1" y="1295400"/>
            <a:ext cx="7745413" cy="472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76" tIns="45588" rIns="91176" bIns="455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762001" y="1143000"/>
            <a:ext cx="775176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  <a:defRPr/>
            </a:pPr>
            <a:endParaRPr lang="zh-CN" altLang="en-US" sz="3400" u="sng">
              <a:latin typeface="Arial" charset="0"/>
              <a:cs typeface="+mn-cs"/>
            </a:endParaRPr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838200" y="6400800"/>
            <a:ext cx="7086600" cy="0"/>
          </a:xfrm>
          <a:prstGeom prst="line">
            <a:avLst/>
          </a:prstGeom>
          <a:noFill/>
          <a:ln w="28575">
            <a:solidFill>
              <a:srgbClr val="AC0E4B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  <a:defRPr/>
            </a:pPr>
            <a:endParaRPr lang="zh-CN" altLang="en-US" sz="3400" u="sng">
              <a:latin typeface="Arial" charset="0"/>
              <a:cs typeface="+mn-cs"/>
            </a:endParaRP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4572000" y="6400800"/>
            <a:ext cx="457200" cy="292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14B7F2A1-AB35-47F7-9FAA-CC13ECC8A82D}" type="slidenum">
              <a:rPr lang="en-US" altLang="zh-CN" sz="1300" b="1" u="none">
                <a:ea typeface="宋体" pitchFamily="2" charset="-122"/>
              </a:rPr>
              <a:pPr>
                <a:spcBef>
                  <a:spcPct val="50000"/>
                </a:spcBef>
                <a:buClrTx/>
                <a:buFontTx/>
                <a:buNone/>
              </a:pPr>
              <a:t>‹#›</a:t>
            </a:fld>
            <a:endParaRPr lang="en-US" altLang="zh-CN" sz="1300" b="1" u="none">
              <a:ea typeface="宋体" pitchFamily="2" charset="-122"/>
            </a:endParaRPr>
          </a:p>
        </p:txBody>
      </p:sp>
      <p:pic>
        <p:nvPicPr>
          <p:cNvPr id="1032" name="Picture 8" descr="osu.png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6013450"/>
            <a:ext cx="8382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1000" y="6169969"/>
            <a:ext cx="158248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dirty="0">
                <a:solidFill>
                  <a:srgbClr val="961C1F"/>
                </a:solidFill>
                <a:latin typeface="Aharoni" pitchFamily="2" charset="-79"/>
                <a:cs typeface="Aharoni" pitchFamily="2" charset="-79"/>
              </a:rPr>
              <a:t>PACS</a:t>
            </a:r>
            <a:r>
              <a:rPr lang="en-US" altLang="zh-CN" sz="2400" baseline="0" dirty="0">
                <a:solidFill>
                  <a:srgbClr val="961C1F"/>
                </a:solidFill>
                <a:latin typeface="Aharoni" pitchFamily="2" charset="-79"/>
                <a:cs typeface="Aharoni" pitchFamily="2" charset="-79"/>
              </a:rPr>
              <a:t> LAB</a:t>
            </a:r>
            <a:endParaRPr lang="en-US" sz="2400" dirty="0">
              <a:solidFill>
                <a:srgbClr val="961C1F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4" r:id="rId2"/>
    <p:sldLayoutId id="2147483663" r:id="rId3"/>
    <p:sldLayoutId id="2147483662" r:id="rId4"/>
    <p:sldLayoutId id="2147483661" r:id="rId5"/>
    <p:sldLayoutId id="2147483660" r:id="rId6"/>
    <p:sldLayoutId id="2147483659" r:id="rId7"/>
    <p:sldLayoutId id="2147483658" r:id="rId8"/>
    <p:sldLayoutId id="2147483657" r:id="rId9"/>
    <p:sldLayoutId id="2147483656" r:id="rId10"/>
    <p:sldLayoutId id="2147483655" r:id="rId11"/>
    <p:sldLayoutId id="2147483665" r:id="rId12"/>
    <p:sldLayoutId id="2147483666" r:id="rId13"/>
    <p:sldLayoutId id="2147483667" r:id="rId14"/>
    <p:sldLayoutId id="2147483668" r:id="rId15"/>
  </p:sldLayoutIdLst>
  <p:txStyles>
    <p:titleStyle>
      <a:lvl1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3600" b="1">
          <a:solidFill>
            <a:srgbClr val="961C1F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3200" b="1">
          <a:solidFill>
            <a:srgbClr val="AB0E4B"/>
          </a:solidFill>
          <a:latin typeface="Arial" charset="0"/>
        </a:defRPr>
      </a:lvl2pPr>
      <a:lvl3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3200" b="1">
          <a:solidFill>
            <a:srgbClr val="AB0E4B"/>
          </a:solidFill>
          <a:latin typeface="Arial" charset="0"/>
        </a:defRPr>
      </a:lvl3pPr>
      <a:lvl4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3200" b="1">
          <a:solidFill>
            <a:srgbClr val="AB0E4B"/>
          </a:solidFill>
          <a:latin typeface="Arial" charset="0"/>
        </a:defRPr>
      </a:lvl4pPr>
      <a:lvl5pPr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3200" b="1">
          <a:solidFill>
            <a:srgbClr val="AB0E4B"/>
          </a:solidFill>
          <a:latin typeface="Arial" charset="0"/>
        </a:defRPr>
      </a:lvl5pPr>
      <a:lvl6pPr marL="4572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200" b="1">
          <a:solidFill>
            <a:srgbClr val="AB0E4B"/>
          </a:solidFill>
          <a:latin typeface="Arial" charset="0"/>
        </a:defRPr>
      </a:lvl6pPr>
      <a:lvl7pPr marL="9144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200" b="1">
          <a:solidFill>
            <a:srgbClr val="AB0E4B"/>
          </a:solidFill>
          <a:latin typeface="Arial" charset="0"/>
        </a:defRPr>
      </a:lvl7pPr>
      <a:lvl8pPr marL="13716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200" b="1">
          <a:solidFill>
            <a:srgbClr val="AB0E4B"/>
          </a:solidFill>
          <a:latin typeface="Arial" charset="0"/>
        </a:defRPr>
      </a:lvl8pPr>
      <a:lvl9pPr marL="18288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defRPr sz="2200" b="1">
          <a:solidFill>
            <a:srgbClr val="AB0E4B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61C1F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84163" algn="l" rtl="0" eaLnBrk="0" fontAlgn="base" hangingPunct="0">
        <a:spcBef>
          <a:spcPct val="20000"/>
        </a:spcBef>
        <a:spcAft>
          <a:spcPct val="0"/>
        </a:spcAft>
        <a:buClr>
          <a:srgbClr val="961C1F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062038" indent="-228600" algn="l" rtl="0" eaLnBrk="0" fontAlgn="base" hangingPunct="0">
        <a:spcBef>
          <a:spcPct val="20000"/>
        </a:spcBef>
        <a:spcAft>
          <a:spcPct val="0"/>
        </a:spcAft>
        <a:buClr>
          <a:srgbClr val="961C1F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3pPr>
      <a:lvl4pPr marL="1392238" indent="-228600" algn="l" rtl="0" eaLnBrk="0" fontAlgn="base" hangingPunct="0">
        <a:spcBef>
          <a:spcPct val="20000"/>
        </a:spcBef>
        <a:spcAft>
          <a:spcPct val="0"/>
        </a:spcAft>
        <a:buClr>
          <a:srgbClr val="961C1F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</a:defRPr>
      </a:lvl4pPr>
      <a:lvl5pPr marL="1722438" indent="-228600" algn="l" rtl="0" eaLnBrk="0" fontAlgn="base" hangingPunct="0">
        <a:spcBef>
          <a:spcPct val="20000"/>
        </a:spcBef>
        <a:spcAft>
          <a:spcPct val="0"/>
        </a:spcAft>
        <a:buClr>
          <a:srgbClr val="961C1F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796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6pPr>
      <a:lvl7pPr marL="26368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7pPr>
      <a:lvl8pPr marL="30940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8pPr>
      <a:lvl9pPr marL="35512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1050" y="717336"/>
            <a:ext cx="7581900" cy="1676400"/>
          </a:xfrm>
        </p:spPr>
        <p:txBody>
          <a:bodyPr/>
          <a:lstStyle/>
          <a:p>
            <a:pPr algn="ctr"/>
            <a:r>
              <a:rPr lang="en-US" altLang="zh-CN" sz="3000" dirty="0">
                <a:ea typeface="宋体" pitchFamily="2" charset="-122"/>
              </a:rPr>
              <a:t>Latency-guaranteed Co-location of Inference and Training for Reducing Data Center Expenses</a:t>
            </a:r>
          </a:p>
        </p:txBody>
      </p:sp>
      <p:sp>
        <p:nvSpPr>
          <p:cNvPr id="15364" name="Text Box 10"/>
          <p:cNvSpPr txBox="1">
            <a:spLocks noChangeArrowheads="1"/>
          </p:cNvSpPr>
          <p:nvPr/>
        </p:nvSpPr>
        <p:spPr bwMode="auto">
          <a:xfrm>
            <a:off x="1790700" y="4724400"/>
            <a:ext cx="5562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Aft>
                <a:spcPts val="600"/>
              </a:spcAft>
              <a:buClrTx/>
              <a:buNone/>
            </a:pPr>
            <a:endParaRPr lang="en-US" altLang="zh-CN" sz="1000" b="1" u="none" dirty="0">
              <a:latin typeface="cmbxsl10"/>
              <a:ea typeface="宋体" pitchFamily="2" charset="-122"/>
            </a:endParaRPr>
          </a:p>
          <a:p>
            <a:pPr algn="ctr">
              <a:spcAft>
                <a:spcPts val="600"/>
              </a:spcAft>
              <a:buClrTx/>
              <a:buNone/>
            </a:pPr>
            <a:r>
              <a:rPr lang="en-US" altLang="zh-CN" sz="2000" b="1" u="none" dirty="0">
                <a:latin typeface="cmbxsl10"/>
                <a:ea typeface="宋体" pitchFamily="2" charset="-122"/>
              </a:rPr>
              <a:t>Dept. of Electrical and Computer Engineering</a:t>
            </a:r>
          </a:p>
          <a:p>
            <a:pPr algn="ctr">
              <a:spcAft>
                <a:spcPts val="600"/>
              </a:spcAft>
              <a:buClrTx/>
              <a:buNone/>
            </a:pPr>
            <a:r>
              <a:rPr lang="en-US" altLang="zh-CN" sz="2000" b="1" u="none" dirty="0">
                <a:latin typeface="cmbxsl10"/>
                <a:ea typeface="宋体" pitchFamily="2" charset="-122"/>
              </a:rPr>
              <a:t>The Ohio State University </a:t>
            </a:r>
          </a:p>
        </p:txBody>
      </p:sp>
      <p:sp>
        <p:nvSpPr>
          <p:cNvPr id="15365" name="Text Box 10"/>
          <p:cNvSpPr txBox="1">
            <a:spLocks noChangeArrowheads="1"/>
          </p:cNvSpPr>
          <p:nvPr/>
        </p:nvSpPr>
        <p:spPr bwMode="auto">
          <a:xfrm>
            <a:off x="2743200" y="3124200"/>
            <a:ext cx="3657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0"/>
              </a:spcBef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 u="sng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ts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C00000"/>
                </a:solidFill>
                <a:latin typeface="cmbxsl10"/>
                <a:ea typeface="宋体" pitchFamily="2" charset="-122"/>
              </a:rPr>
              <a:t>Guoyu Chen</a:t>
            </a:r>
          </a:p>
          <a:p>
            <a:pPr algn="ctr">
              <a:spcBef>
                <a:spcPts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C00000"/>
                </a:solidFill>
                <a:latin typeface="cmbxsl10"/>
                <a:ea typeface="宋体" pitchFamily="2" charset="-122"/>
              </a:rPr>
              <a:t>Srinivasan  Subramaniyan </a:t>
            </a:r>
          </a:p>
          <a:p>
            <a:pPr algn="ctr">
              <a:spcBef>
                <a:spcPts val="0"/>
              </a:spcBef>
              <a:buClrTx/>
              <a:buFontTx/>
              <a:buNone/>
            </a:pPr>
            <a:r>
              <a:rPr lang="en-US" altLang="zh-CN" sz="2400" b="1" u="none" dirty="0">
                <a:solidFill>
                  <a:srgbClr val="C00000"/>
                </a:solidFill>
                <a:latin typeface="cmbxsl10"/>
                <a:ea typeface="宋体" pitchFamily="2" charset="-122"/>
              </a:rPr>
              <a:t>Xiaorui Wang</a:t>
            </a:r>
          </a:p>
        </p:txBody>
      </p:sp>
      <p:pic>
        <p:nvPicPr>
          <p:cNvPr id="15366" name="Picture 6" descr="osu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2" y="6013882"/>
            <a:ext cx="838199" cy="84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https://encrypted-tbn2.gstatic.com/images?q=tbn:ANd9GcQYEhl4QHx5XkxFLtkIuoSE3C5tqzvh0MilJ18uc8kv8E5gTTs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640" y="6013882"/>
            <a:ext cx="1121160" cy="8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encrypted-tbn0.gstatic.com/images?q=tbn:ANd9GcQ5gPB1lQtve6BJM5vuSLhzXdS7UBhrx952m5jDvoxyL5WGfmx4E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8" y="6013882"/>
            <a:ext cx="1096924" cy="844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osu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13882"/>
            <a:ext cx="838199" cy="84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4826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53FB-4FEF-D887-2EB9-1306308A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Services for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D3025-A95A-EB68-797D-6E783871A1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312" y="1209676"/>
                <a:ext cx="8374062" cy="5003235"/>
              </a:xfrm>
            </p:spPr>
            <p:txBody>
              <a:bodyPr/>
              <a:lstStyle/>
              <a:p>
                <a:r>
                  <a:rPr lang="en-US" sz="2400" dirty="0"/>
                  <a:t>Model training</a:t>
                </a:r>
              </a:p>
              <a:p>
                <a:pPr lvl="1"/>
                <a:r>
                  <a:rPr lang="en-US" sz="2000" dirty="0"/>
                  <a:t>Offline, no strict time requirements</a:t>
                </a:r>
              </a:p>
              <a:p>
                <a:r>
                  <a:rPr lang="en-US" sz="2400" dirty="0"/>
                  <a:t>Inference requests</a:t>
                </a:r>
              </a:p>
              <a:p>
                <a:pPr lvl="1"/>
                <a:r>
                  <a:rPr lang="en-US" sz="2000" dirty="0"/>
                  <a:t>Online</a:t>
                </a:r>
              </a:p>
              <a:p>
                <a:pPr lvl="1"/>
                <a:r>
                  <a:rPr lang="en-US" sz="2000" dirty="0">
                    <a:solidFill>
                      <a:srgbClr val="FF0000"/>
                    </a:solidFill>
                  </a:rPr>
                  <a:t>Bursty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Service-Level Objectives (SLOs)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Stringent time requirements</a:t>
                </a:r>
              </a:p>
              <a:p>
                <a:r>
                  <a:rPr lang="en-US" sz="2400" dirty="0"/>
                  <a:t>Data center operators prefer to</a:t>
                </a:r>
              </a:p>
              <a:p>
                <a:pPr lvl="1"/>
                <a:r>
                  <a:rPr lang="en-US" sz="2000" dirty="0"/>
                  <a:t>Over-provision inference GPUs to minimize SLO violation</a:t>
                </a:r>
              </a:p>
              <a:p>
                <a:pPr lvl="1"/>
                <a:r>
                  <a:rPr lang="en-US" sz="2000" dirty="0"/>
                  <a:t>Use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separate</a:t>
                </a:r>
                <a:r>
                  <a:rPr lang="en-US" sz="2000" dirty="0"/>
                  <a:t> GPU clusters to avoid resource contention</a:t>
                </a:r>
                <a:endParaRPr lang="en-US" sz="1800" dirty="0"/>
              </a:p>
              <a:p>
                <a:pPr lvl="1"/>
                <a:r>
                  <a:rPr lang="en-US" sz="2000" dirty="0"/>
                  <a:t>Hence: High capital expense (</a:t>
                </a:r>
                <a:r>
                  <a:rPr lang="en-US" sz="2000" dirty="0" err="1"/>
                  <a:t>CapEx</a:t>
                </a:r>
                <a:r>
                  <a:rPr lang="en-US" sz="2000" dirty="0"/>
                  <a:t>)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What if we co-locate inference and training on GPUs?</a:t>
                </a:r>
              </a:p>
              <a:p>
                <a:pPr lvl="1"/>
                <a:r>
                  <a:rPr lang="en-US" sz="2000" dirty="0">
                    <a:solidFill>
                      <a:srgbClr val="FF0000"/>
                    </a:solidFill>
                  </a:rPr>
                  <a:t>Upon an inference burst, GPUs run less training to meet SLO</a:t>
                </a:r>
              </a:p>
              <a:p>
                <a:pPr marL="446087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D3025-A95A-EB68-797D-6E783871A1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312" y="1209676"/>
                <a:ext cx="8374062" cy="5003235"/>
              </a:xfrm>
              <a:blipFill>
                <a:blip r:embed="rId3"/>
                <a:stretch>
                  <a:fillRect l="-946" t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D426A8-D52D-71F6-B213-763FF0871867}"/>
              </a:ext>
            </a:extLst>
          </p:cNvPr>
          <p:cNvSpPr/>
          <p:nvPr/>
        </p:nvSpPr>
        <p:spPr bwMode="auto">
          <a:xfrm>
            <a:off x="5752357" y="1810447"/>
            <a:ext cx="1395892" cy="849286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75E6F6-4367-090F-843D-4A64F9784416}"/>
              </a:ext>
            </a:extLst>
          </p:cNvPr>
          <p:cNvSpPr txBox="1"/>
          <p:nvPr/>
        </p:nvSpPr>
        <p:spPr>
          <a:xfrm>
            <a:off x="7244422" y="1289777"/>
            <a:ext cx="1153404" cy="55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2000" dirty="0"/>
              <a:t>Training </a:t>
            </a:r>
          </a:p>
          <a:p>
            <a:pPr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2000" dirty="0"/>
              <a:t>Cluster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FA1B5A-A522-DF38-95F7-F4280332B241}"/>
              </a:ext>
            </a:extLst>
          </p:cNvPr>
          <p:cNvSpPr txBox="1"/>
          <p:nvPr/>
        </p:nvSpPr>
        <p:spPr>
          <a:xfrm>
            <a:off x="5848530" y="1284189"/>
            <a:ext cx="1395892" cy="55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2000" dirty="0">
                <a:latin typeface="Arial (Body)"/>
              </a:rPr>
              <a:t>Inference </a:t>
            </a:r>
          </a:p>
          <a:p>
            <a:pPr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2000" dirty="0">
                <a:latin typeface="Arial (Body)"/>
              </a:rPr>
              <a:t>Cluster</a:t>
            </a:r>
          </a:p>
        </p:txBody>
      </p:sp>
      <p:pic>
        <p:nvPicPr>
          <p:cNvPr id="1028" name="Picture 4" descr="Alibaba Cloud - Nexusgroup">
            <a:extLst>
              <a:ext uri="{FF2B5EF4-FFF2-40B4-BE49-F238E27FC236}">
                <a16:creationId xmlns:a16="http://schemas.microsoft.com/office/drawing/2014/main" id="{2DFBD6FB-9E33-A3D9-A480-6AECB2ACE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462" y="2671941"/>
            <a:ext cx="1018961" cy="60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899A8E2-B4BB-D5B7-F7DA-49D206707A5C}"/>
              </a:ext>
            </a:extLst>
          </p:cNvPr>
          <p:cNvSpPr/>
          <p:nvPr/>
        </p:nvSpPr>
        <p:spPr bwMode="auto">
          <a:xfrm>
            <a:off x="7315816" y="1810447"/>
            <a:ext cx="990600" cy="849286"/>
          </a:xfrm>
          <a:prstGeom prst="round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30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78A9DB26-5EF3-BD76-6547-C3787E22C0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807368" y="1942508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4DF8B71B-BFEA-B541-3D09-FACF071D6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861874" y="19848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2DEE4686-2D54-9ED2-1A8F-09F2DEB03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913515" y="20266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C834FC2A-ED88-7E80-86EC-4B95C2B0C1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965157" y="20684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6A122583-4396-EDDA-CC03-490D6CB39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229684" y="1942508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9FC11B69-4433-E224-360D-4891E1CD3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284190" y="19848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103D683D-9906-1B31-7916-E276CA9D4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335831" y="20266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743AA5C2-F2F3-BA74-EECF-18562C440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387473" y="2068433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3AA9A9E2-C52E-788D-AD00-33F6E37F4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647438" y="1940535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724FDEC9-8CCE-CBCF-C591-43780DFE8A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701944" y="1982860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7C820CB7-17C6-01C9-2DC3-8A38BFB8E7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753585" y="2024660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98A9F695-F2B5-B7A7-0F10-9B55D62047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805227" y="2066460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EAAA65BF-A2EB-6B50-E1FA-859802F2E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807368" y="2258529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4B900D6E-5F8E-1063-8EAA-D24A5A0EB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861874" y="23008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EBEAA969-46A4-8D9C-8493-44F9CEE30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913515" y="23426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0A6890D8-28EC-8DA7-8D79-6C4603819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5965157" y="23844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2D21AFDD-FBF9-3631-6A81-CF67BDCE8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255543" y="2258529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C6DCEFB8-1A45-0ECF-9BD2-2ED5F7B97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310049" y="23008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B682A79B-0002-514A-5B74-023B60570C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361690" y="23426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66CE1D59-E502-91B1-2E7C-94A25E8215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6413332" y="2384454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D767D97C-E1F0-52D9-ED87-64BBDA30D7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7561634" y="2070610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3BDE6EC2-5ADD-3063-3B36-966ECDB614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7616140" y="2112935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A5C2EFE8-8F5B-F200-3BA9-D4E6678349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7667781" y="2154735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6" descr="Motherboard gpu icon simple vector. Computer card 14987440 ...">
            <a:extLst>
              <a:ext uri="{FF2B5EF4-FFF2-40B4-BE49-F238E27FC236}">
                <a16:creationId xmlns:a16="http://schemas.microsoft.com/office/drawing/2014/main" id="{AA9E7AD4-930C-B972-E2EB-89D3606E5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t="23309" r="5555" b="24444"/>
          <a:stretch/>
        </p:blipFill>
        <p:spPr bwMode="auto">
          <a:xfrm>
            <a:off x="7719423" y="2196535"/>
            <a:ext cx="286670" cy="16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FA logo transparent PNG - StickPNG">
            <a:extLst>
              <a:ext uri="{FF2B5EF4-FFF2-40B4-BE49-F238E27FC236}">
                <a16:creationId xmlns:a16="http://schemas.microsoft.com/office/drawing/2014/main" id="{B19E270F-03BC-20B3-EE89-26A8B5675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020" y="1516042"/>
            <a:ext cx="838201" cy="46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ChatGPT - Wikipedia">
            <a:extLst>
              <a:ext uri="{FF2B5EF4-FFF2-40B4-BE49-F238E27FC236}">
                <a16:creationId xmlns:a16="http://schemas.microsoft.com/office/drawing/2014/main" id="{DFA84705-5CB4-9C8B-020F-0BECF3EE0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261" y="2012208"/>
            <a:ext cx="469394" cy="46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B40921-A5D2-E7A8-BF6E-0E032A23B5FC}"/>
              </a:ext>
            </a:extLst>
          </p:cNvPr>
          <p:cNvCxnSpPr>
            <a:cxnSpLocks/>
          </p:cNvCxnSpPr>
          <p:nvPr/>
        </p:nvCxnSpPr>
        <p:spPr bwMode="auto">
          <a:xfrm flipV="1">
            <a:off x="7123915" y="1332927"/>
            <a:ext cx="0" cy="161740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0F992E-9125-665E-AB16-85F49799D1DB}"/>
              </a:ext>
            </a:extLst>
          </p:cNvPr>
          <p:cNvCxnSpPr/>
          <p:nvPr/>
        </p:nvCxnSpPr>
        <p:spPr bwMode="auto">
          <a:xfrm>
            <a:off x="7123915" y="2942377"/>
            <a:ext cx="1295400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CF0F71E3-70CC-D725-E811-9328C86AD8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5177" y="1464431"/>
            <a:ext cx="950907" cy="14209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9E493F-8189-9846-5CD6-B44CDDD1AAA4}"/>
              </a:ext>
            </a:extLst>
          </p:cNvPr>
          <p:cNvSpPr txBox="1"/>
          <p:nvPr/>
        </p:nvSpPr>
        <p:spPr>
          <a:xfrm>
            <a:off x="7837014" y="2914461"/>
            <a:ext cx="632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/>
              <a:t>T</a:t>
            </a:r>
            <a:r>
              <a:rPr lang="en-US" altLang="zh-CN" sz="1600" dirty="0"/>
              <a:t>ime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6F7C0-7921-C8D1-7F88-2210AC1A5743}"/>
              </a:ext>
            </a:extLst>
          </p:cNvPr>
          <p:cNvSpPr txBox="1"/>
          <p:nvPr/>
        </p:nvSpPr>
        <p:spPr>
          <a:xfrm rot="16200000">
            <a:off x="5917794" y="1902485"/>
            <a:ext cx="18854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600" dirty="0"/>
              <a:t>Number of 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600" dirty="0"/>
              <a:t>Inference requests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341ED1-A020-59D0-4705-C01C61A62969}"/>
              </a:ext>
            </a:extLst>
          </p:cNvPr>
          <p:cNvSpPr txBox="1"/>
          <p:nvPr/>
        </p:nvSpPr>
        <p:spPr>
          <a:xfrm>
            <a:off x="5542525" y="2439511"/>
            <a:ext cx="103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/>
              <a:t>ChatGPT</a:t>
            </a:r>
          </a:p>
        </p:txBody>
      </p:sp>
    </p:spTree>
    <p:extLst>
      <p:ext uri="{BB962C8B-B14F-4D97-AF65-F5344CB8AC3E}">
        <p14:creationId xmlns:p14="http://schemas.microsoft.com/office/powerpoint/2010/main" val="174882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9" grpId="0"/>
      <p:bldP spid="30" grpId="0"/>
      <p:bldP spid="56" grpId="0" animBg="1"/>
      <p:bldP spid="14" grpId="0"/>
      <p:bldP spid="14" grpId="1"/>
      <p:bldP spid="16" grpId="0"/>
      <p:bldP spid="16" grpId="1"/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799BD-E04B-0340-A51F-F9ABA034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62A1-F692-A1A9-94C0-C16DB1EEF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177927"/>
            <a:ext cx="6934199" cy="4722813"/>
          </a:xfrm>
        </p:spPr>
        <p:txBody>
          <a:bodyPr/>
          <a:lstStyle/>
          <a:p>
            <a:r>
              <a:rPr lang="en-US" sz="2400" dirty="0"/>
              <a:t>Example: 2 GPUs and 4 Jobs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No Co-location</a:t>
            </a:r>
          </a:p>
          <a:p>
            <a:pPr lvl="1"/>
            <a:r>
              <a:rPr lang="en-US" sz="2000" dirty="0"/>
              <a:t>Used in today’s data centers</a:t>
            </a:r>
          </a:p>
          <a:p>
            <a:pPr lvl="1"/>
            <a:r>
              <a:rPr lang="en-US" sz="2000" dirty="0"/>
              <a:t>Each GPU only runs one job at any give</a:t>
            </a:r>
            <a:r>
              <a:rPr lang="en-US" altLang="zh-CN" sz="2000" dirty="0"/>
              <a:t>n</a:t>
            </a:r>
            <a:r>
              <a:rPr lang="en-US" sz="2000" dirty="0"/>
              <a:t> time</a:t>
            </a:r>
          </a:p>
          <a:p>
            <a:pPr lvl="1"/>
            <a:r>
              <a:rPr lang="en-US" sz="2000" dirty="0"/>
              <a:t>Wasting GPU resources</a:t>
            </a:r>
          </a:p>
          <a:p>
            <a:pPr lvl="1"/>
            <a:r>
              <a:rPr lang="en-US" sz="2000" dirty="0"/>
              <a:t>Using 2 GPUs</a:t>
            </a:r>
          </a:p>
          <a:p>
            <a:pPr lvl="1"/>
            <a:r>
              <a:rPr lang="en-US" sz="2000" dirty="0"/>
              <a:t>Long job duration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A3F6E3-1021-96FB-C5A2-AB79CBFF2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87736"/>
              </p:ext>
            </p:extLst>
          </p:nvPr>
        </p:nvGraphicFramePr>
        <p:xfrm>
          <a:off x="1066800" y="1652004"/>
          <a:ext cx="6251577" cy="1791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49">
                  <a:extLst>
                    <a:ext uri="{9D8B030D-6E8A-4147-A177-3AD203B41FA5}">
                      <a16:colId xmlns:a16="http://schemas.microsoft.com/office/drawing/2014/main" val="9026508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2097823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6137651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0715185"/>
                    </a:ext>
                  </a:extLst>
                </a:gridCol>
                <a:gridCol w="708028">
                  <a:extLst>
                    <a:ext uri="{9D8B030D-6E8A-4147-A177-3AD203B41FA5}">
                      <a16:colId xmlns:a16="http://schemas.microsoft.com/office/drawing/2014/main" val="4283808613"/>
                    </a:ext>
                  </a:extLst>
                </a:gridCol>
              </a:tblGrid>
              <a:tr h="299988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 type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Training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67825"/>
                  </a:ext>
                </a:extLst>
              </a:tr>
              <a:tr h="299988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 name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I1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I2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T1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T2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844547"/>
                  </a:ext>
                </a:extLst>
              </a:tr>
              <a:tr h="299988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Needed GPU utilization (%)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05012"/>
                  </a:ext>
                </a:extLst>
              </a:tr>
              <a:tr h="299988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when running alone (s)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970697"/>
                  </a:ext>
                </a:extLst>
              </a:tr>
              <a:tr h="299988"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 latency SLO (s)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84076" marR="84076" marT="42038" marB="420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18816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C27B395-E45F-8BBF-9C6E-00161FA5F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648200"/>
            <a:ext cx="3318887" cy="16985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B76B2D-22A8-5424-C1AD-AD64EA5515B9}"/>
              </a:ext>
            </a:extLst>
          </p:cNvPr>
          <p:cNvSpPr/>
          <p:nvPr/>
        </p:nvSpPr>
        <p:spPr bwMode="auto">
          <a:xfrm>
            <a:off x="4572000" y="4953000"/>
            <a:ext cx="3810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6C5260-CE55-CFB8-4384-E27AFABC35D4}"/>
              </a:ext>
            </a:extLst>
          </p:cNvPr>
          <p:cNvSpPr/>
          <p:nvPr/>
        </p:nvSpPr>
        <p:spPr bwMode="auto">
          <a:xfrm>
            <a:off x="5410200" y="495300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F4750C-841B-7356-185E-762FB1746E3A}"/>
              </a:ext>
            </a:extLst>
          </p:cNvPr>
          <p:cNvSpPr/>
          <p:nvPr/>
        </p:nvSpPr>
        <p:spPr bwMode="auto">
          <a:xfrm>
            <a:off x="4574888" y="578168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AA6881-162F-6050-FB92-441394BB367E}"/>
              </a:ext>
            </a:extLst>
          </p:cNvPr>
          <p:cNvSpPr/>
          <p:nvPr/>
        </p:nvSpPr>
        <p:spPr bwMode="auto">
          <a:xfrm>
            <a:off x="5832188" y="578168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F4346-3B20-DA74-31CD-81FB13352FCC}"/>
              </a:ext>
            </a:extLst>
          </p:cNvPr>
          <p:cNvSpPr/>
          <p:nvPr/>
        </p:nvSpPr>
        <p:spPr bwMode="auto">
          <a:xfrm>
            <a:off x="4572000" y="2743200"/>
            <a:ext cx="381000" cy="66278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374-75EA-D80B-3460-86635344EEE6}"/>
              </a:ext>
            </a:extLst>
          </p:cNvPr>
          <p:cNvSpPr/>
          <p:nvPr/>
        </p:nvSpPr>
        <p:spPr bwMode="auto">
          <a:xfrm>
            <a:off x="5864732" y="2743200"/>
            <a:ext cx="381000" cy="32751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1261EE-C175-45F4-474F-E51FE574F2C5}"/>
              </a:ext>
            </a:extLst>
          </p:cNvPr>
          <p:cNvSpPr/>
          <p:nvPr/>
        </p:nvSpPr>
        <p:spPr bwMode="auto">
          <a:xfrm>
            <a:off x="4991100" y="4953000"/>
            <a:ext cx="3810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180258-54A0-80F8-EB89-20FC1BD16095}"/>
              </a:ext>
            </a:extLst>
          </p:cNvPr>
          <p:cNvSpPr/>
          <p:nvPr/>
        </p:nvSpPr>
        <p:spPr bwMode="auto">
          <a:xfrm>
            <a:off x="5220349" y="578168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0A08CB-8DA0-8D80-5728-21826C0D5726}"/>
              </a:ext>
            </a:extLst>
          </p:cNvPr>
          <p:cNvSpPr/>
          <p:nvPr/>
        </p:nvSpPr>
        <p:spPr bwMode="auto">
          <a:xfrm>
            <a:off x="5905500" y="495300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3D2604-F7B4-A1B4-DB5C-0419ADE0D807}"/>
              </a:ext>
            </a:extLst>
          </p:cNvPr>
          <p:cNvSpPr/>
          <p:nvPr/>
        </p:nvSpPr>
        <p:spPr bwMode="auto">
          <a:xfrm>
            <a:off x="6362700" y="5781680"/>
            <a:ext cx="457200" cy="3048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2C44E8-6993-F82E-A8C5-966D54EEBE4C}"/>
              </a:ext>
            </a:extLst>
          </p:cNvPr>
          <p:cNvSpPr/>
          <p:nvPr/>
        </p:nvSpPr>
        <p:spPr bwMode="auto">
          <a:xfrm>
            <a:off x="5198492" y="2743200"/>
            <a:ext cx="381000" cy="66278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0BF60D-27A8-C5EB-D3B0-DACB2BA8D869}"/>
              </a:ext>
            </a:extLst>
          </p:cNvPr>
          <p:cNvSpPr/>
          <p:nvPr/>
        </p:nvSpPr>
        <p:spPr bwMode="auto">
          <a:xfrm>
            <a:off x="6646576" y="2743200"/>
            <a:ext cx="381000" cy="32751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48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F5AF-E063-2BD7-E723-42FD3B0E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B908-6017-F098-254C-F30C01D32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95400"/>
            <a:ext cx="7745413" cy="2743199"/>
          </a:xfrm>
        </p:spPr>
        <p:txBody>
          <a:bodyPr/>
          <a:lstStyle/>
          <a:p>
            <a:r>
              <a:rPr lang="en-US" sz="2400" dirty="0"/>
              <a:t>W</a:t>
            </a:r>
            <a:r>
              <a:rPr lang="en-US" altLang="zh-CN" sz="2400" dirty="0"/>
              <a:t>hat if r</a:t>
            </a:r>
            <a:r>
              <a:rPr lang="en-US" sz="2400" dirty="0"/>
              <a:t>unning parallel to reduce job duration?</a:t>
            </a:r>
          </a:p>
          <a:p>
            <a:pPr lvl="1"/>
            <a:r>
              <a:rPr lang="en-US" sz="2000" b="1" dirty="0"/>
              <a:t>Spatial sharing of GPU resources is enabled</a:t>
            </a:r>
            <a:endParaRPr lang="en-US" sz="2000" dirty="0"/>
          </a:p>
          <a:p>
            <a:r>
              <a:rPr lang="en-US" sz="2400" dirty="0"/>
              <a:t>Separate Co-location (GSLICE) [SoCC’20]</a:t>
            </a:r>
          </a:p>
          <a:p>
            <a:pPr lvl="1"/>
            <a:r>
              <a:rPr lang="en-US" sz="2000" dirty="0"/>
              <a:t>Training and inference jobs have dedicated GPUs</a:t>
            </a:r>
          </a:p>
          <a:p>
            <a:pPr lvl="1"/>
            <a:r>
              <a:rPr lang="en-US" sz="2000" dirty="0"/>
              <a:t>Each of the 4 jobs gets 50% GPU resources</a:t>
            </a:r>
          </a:p>
          <a:p>
            <a:pPr lvl="1"/>
            <a:r>
              <a:rPr lang="en-US" sz="2000" dirty="0"/>
              <a:t>Using 2 GPUs</a:t>
            </a:r>
          </a:p>
          <a:p>
            <a:pPr lvl="1"/>
            <a:r>
              <a:rPr lang="en-US" sz="2000" dirty="0"/>
              <a:t>Meeting SLOs (I1: 56s, I2: 61s)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EA677B-4A7D-63FC-8BE2-2E8B123E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098923"/>
            <a:ext cx="4093381" cy="20814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F35C9A-B18B-F7EE-4F4C-1C1B633B23E1}"/>
              </a:ext>
            </a:extLst>
          </p:cNvPr>
          <p:cNvSpPr/>
          <p:nvPr/>
        </p:nvSpPr>
        <p:spPr bwMode="auto">
          <a:xfrm>
            <a:off x="3276600" y="3611561"/>
            <a:ext cx="1981200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04671-A735-84C2-2EF1-AA9BC7983F32}"/>
              </a:ext>
            </a:extLst>
          </p:cNvPr>
          <p:cNvSpPr/>
          <p:nvPr/>
        </p:nvSpPr>
        <p:spPr bwMode="auto">
          <a:xfrm>
            <a:off x="3048000" y="4191000"/>
            <a:ext cx="533400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6CA8E-39F8-7D27-AD86-C56C427DC966}"/>
              </a:ext>
            </a:extLst>
          </p:cNvPr>
          <p:cNvSpPr/>
          <p:nvPr/>
        </p:nvSpPr>
        <p:spPr bwMode="auto">
          <a:xfrm>
            <a:off x="3124200" y="4678362"/>
            <a:ext cx="533400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93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63C7-D416-A51D-F2CA-AAB95F02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Do Co-location?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3B8CF-2A58-44EB-E090-4D00D93A3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6234" y="1110391"/>
                <a:ext cx="8391525" cy="3080610"/>
              </a:xfrm>
            </p:spPr>
            <p:txBody>
              <a:bodyPr/>
              <a:lstStyle/>
              <a:p>
                <a:r>
                  <a:rPr lang="en-US" sz="2400" dirty="0"/>
                  <a:t>Co-locating training and inference jobs on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GPU</a:t>
                </a:r>
                <a:endParaRPr lang="en-US" sz="2400" dirty="0"/>
              </a:p>
              <a:p>
                <a:pPr lvl="1"/>
                <a:r>
                  <a:rPr lang="en-US" sz="2000" b="1" dirty="0"/>
                  <a:t>Saving capital expense</a:t>
                </a:r>
              </a:p>
              <a:p>
                <a:r>
                  <a:rPr lang="en-US" sz="2400" dirty="0"/>
                  <a:t>Simple Co-location</a:t>
                </a:r>
              </a:p>
              <a:p>
                <a:pPr lvl="1"/>
                <a:r>
                  <a:rPr lang="en-US" sz="2000" dirty="0"/>
                  <a:t>Each of the 4 jobs gets 25% GPU resources</a:t>
                </a:r>
              </a:p>
              <a:p>
                <a:pPr lvl="1"/>
                <a:r>
                  <a:rPr lang="en-US" sz="2000" dirty="0"/>
                  <a:t>Violating SLOs (I1: 56s, I2: 61s)</a:t>
                </a:r>
              </a:p>
              <a:p>
                <a:r>
                  <a:rPr lang="en-US" sz="2400" dirty="0"/>
                  <a:t>Conservative Co-location</a:t>
                </a:r>
              </a:p>
              <a:p>
                <a:pPr lvl="1"/>
                <a:r>
                  <a:rPr lang="en-US" sz="2000" dirty="0"/>
                  <a:t>40% resources to each inference job and 10% to each training job</a:t>
                </a:r>
              </a:p>
              <a:p>
                <a:pPr lvl="1"/>
                <a:r>
                  <a:rPr lang="en-US" sz="2000" dirty="0"/>
                  <a:t>Meeting SLOs but long training time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Low training throughput</a:t>
                </a:r>
                <a:endParaRPr lang="en-US" sz="24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3B8CF-2A58-44EB-E090-4D00D93A3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6234" y="1110391"/>
                <a:ext cx="8391525" cy="3080610"/>
              </a:xfrm>
              <a:blipFill>
                <a:blip r:embed="rId3"/>
                <a:stretch>
                  <a:fillRect l="-1017" t="-1383" b="-6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EB91E58-D08F-4B81-2F1E-09332564FE8B}"/>
              </a:ext>
            </a:extLst>
          </p:cNvPr>
          <p:cNvSpPr txBox="1"/>
          <p:nvPr/>
        </p:nvSpPr>
        <p:spPr>
          <a:xfrm>
            <a:off x="2943050" y="4152212"/>
            <a:ext cx="1227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/>
              <a:t>Simple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BF18A-278B-DA1B-D225-2135EA10DE93}"/>
              </a:ext>
            </a:extLst>
          </p:cNvPr>
          <p:cNvSpPr txBox="1"/>
          <p:nvPr/>
        </p:nvSpPr>
        <p:spPr>
          <a:xfrm>
            <a:off x="5867400" y="4175417"/>
            <a:ext cx="2070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/>
              <a:t>Conservative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284E0-FFB3-7C39-3716-971D7A934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971" y="4521710"/>
            <a:ext cx="2926755" cy="18498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68A5B7-ED20-1C73-B781-F75915083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367" y="4514220"/>
            <a:ext cx="2955629" cy="18573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A551C7-09DE-FD34-DD0C-88BB753DBF1B}"/>
              </a:ext>
            </a:extLst>
          </p:cNvPr>
          <p:cNvSpPr/>
          <p:nvPr/>
        </p:nvSpPr>
        <p:spPr bwMode="auto">
          <a:xfrm>
            <a:off x="3200400" y="2705788"/>
            <a:ext cx="1828800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FA62AF-CCA6-39FB-23C4-9FEAE23012FC}"/>
              </a:ext>
            </a:extLst>
          </p:cNvPr>
          <p:cNvSpPr/>
          <p:nvPr/>
        </p:nvSpPr>
        <p:spPr bwMode="auto">
          <a:xfrm>
            <a:off x="2895599" y="4484113"/>
            <a:ext cx="533401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C9878B-108F-C202-40FD-4B908F06D461}"/>
              </a:ext>
            </a:extLst>
          </p:cNvPr>
          <p:cNvSpPr/>
          <p:nvPr/>
        </p:nvSpPr>
        <p:spPr bwMode="auto">
          <a:xfrm>
            <a:off x="5851228" y="4491733"/>
            <a:ext cx="533401" cy="42703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88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3" grpId="0" animBg="1"/>
      <p:bldP spid="13" grpId="1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EB22-976D-88AC-5CB3-73370A20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57784"/>
            <a:ext cx="7727950" cy="687387"/>
          </a:xfrm>
        </p:spPr>
        <p:txBody>
          <a:bodyPr/>
          <a:lstStyle/>
          <a:p>
            <a:r>
              <a:rPr lang="en-US" dirty="0"/>
              <a:t>What if We Do Co-location?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32B47-DE1D-4C0D-8A39-CBE5453C2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4007"/>
            <a:ext cx="8229346" cy="4722813"/>
          </a:xfrm>
        </p:spPr>
        <p:txBody>
          <a:bodyPr/>
          <a:lstStyle/>
          <a:p>
            <a:r>
              <a:rPr lang="en-US" sz="2400" dirty="0"/>
              <a:t>SLO-aware co-location</a:t>
            </a:r>
          </a:p>
          <a:p>
            <a:pPr lvl="1"/>
            <a:r>
              <a:rPr lang="en-US" sz="2000" dirty="0"/>
              <a:t>Co-locates training and inference jobs on the same GPU</a:t>
            </a:r>
          </a:p>
          <a:p>
            <a:pPr lvl="1"/>
            <a:r>
              <a:rPr lang="en-US" sz="2000" dirty="0"/>
              <a:t>D</a:t>
            </a:r>
            <a:r>
              <a:rPr lang="en-US" altLang="zh-CN" sz="2000" dirty="0"/>
              <a:t>ynamic GPU resource allocation under spatial sharing</a:t>
            </a:r>
          </a:p>
          <a:p>
            <a:pPr lvl="2"/>
            <a:r>
              <a:rPr lang="en-US" sz="1800" dirty="0"/>
              <a:t>Explicitly meeting SLOs → Higher training throughput</a:t>
            </a:r>
          </a:p>
          <a:p>
            <a:pPr lvl="1"/>
            <a:r>
              <a:rPr lang="en-US" sz="2000" dirty="0"/>
              <a:t>Training jobs use all resources after finishing inference jobs</a:t>
            </a:r>
          </a:p>
          <a:p>
            <a:pPr lvl="2"/>
            <a:r>
              <a:rPr lang="en-US" sz="1800" dirty="0"/>
              <a:t>Less training time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Ideal (w/o overheads), similar to our proposed solution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16202-BE02-D67A-3336-039DF8C36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195465"/>
            <a:ext cx="3048000" cy="19818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2BCF98-5322-BA59-AC18-3E6A162F5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273" y="4195465"/>
            <a:ext cx="3120825" cy="19818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524DA7-D94F-B709-1953-3B7241313FF6}"/>
              </a:ext>
            </a:extLst>
          </p:cNvPr>
          <p:cNvSpPr txBox="1"/>
          <p:nvPr/>
        </p:nvSpPr>
        <p:spPr>
          <a:xfrm>
            <a:off x="5791200" y="3871555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/>
              <a:t>Proposed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82696-D1B3-4CE5-B684-001859FEFF00}"/>
              </a:ext>
            </a:extLst>
          </p:cNvPr>
          <p:cNvSpPr txBox="1"/>
          <p:nvPr/>
        </p:nvSpPr>
        <p:spPr>
          <a:xfrm>
            <a:off x="2400173" y="3871555"/>
            <a:ext cx="1028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/>
              <a:t>Ideal</a:t>
            </a:r>
          </a:p>
        </p:txBody>
      </p:sp>
    </p:spTree>
    <p:extLst>
      <p:ext uri="{BB962C8B-B14F-4D97-AF65-F5344CB8AC3E}">
        <p14:creationId xmlns:p14="http://schemas.microsoft.com/office/powerpoint/2010/main" val="171513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0F23-5FD8-BBB3-3BCE-7FCB215F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21764"/>
            <a:ext cx="7727950" cy="687387"/>
          </a:xfrm>
        </p:spPr>
        <p:txBody>
          <a:bodyPr/>
          <a:lstStyle/>
          <a:p>
            <a:r>
              <a:rPr lang="en-US" dirty="0"/>
              <a:t>How to Allocate GPU Resources?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5DBEA-F131-D528-37BE-8AC796F39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25" y="1143000"/>
            <a:ext cx="8229600" cy="472281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Multi-Process Service (MPS) on Nvidia GPUs</a:t>
            </a:r>
          </a:p>
          <a:p>
            <a:pPr lvl="1"/>
            <a:r>
              <a:rPr lang="en-US" sz="2000" dirty="0"/>
              <a:t>P</a:t>
            </a:r>
            <a:r>
              <a:rPr lang="en-US" altLang="zh-CN" sz="2000" dirty="0"/>
              <a:t>rovisions m</a:t>
            </a:r>
            <a:r>
              <a:rPr lang="en-US" sz="2000" dirty="0"/>
              <a:t>aximum percentage of active threads</a:t>
            </a:r>
          </a:p>
          <a:p>
            <a:pPr lvl="1"/>
            <a:r>
              <a:rPr lang="en-US" sz="2000" dirty="0"/>
              <a:t>Enables spatial sharing</a:t>
            </a:r>
          </a:p>
          <a:p>
            <a:pPr lvl="1"/>
            <a:r>
              <a:rPr lang="en-US" sz="2000" dirty="0"/>
              <a:t>Large overhead and needs restarting process</a:t>
            </a:r>
          </a:p>
          <a:p>
            <a:pPr lvl="1"/>
            <a:endParaRPr lang="en-US" sz="2000" dirty="0"/>
          </a:p>
          <a:p>
            <a:pPr marL="446087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Periodic sleep of co-located training jobs</a:t>
            </a:r>
          </a:p>
          <a:p>
            <a:pPr lvl="1"/>
            <a:r>
              <a:rPr lang="en-US" sz="2000" dirty="0"/>
              <a:t>Releases GPU resources to co-located inference jobs</a:t>
            </a:r>
          </a:p>
          <a:p>
            <a:pPr lvl="1"/>
            <a:r>
              <a:rPr lang="en-US" sz="2000" dirty="0"/>
              <a:t>Lightweight and prompt adjustment</a:t>
            </a:r>
          </a:p>
          <a:p>
            <a:pPr lvl="1"/>
            <a:r>
              <a:rPr lang="en-US" sz="2000" dirty="0"/>
              <a:t>Implemented by sleep function with byte code</a:t>
            </a:r>
          </a:p>
          <a:p>
            <a:pPr lvl="1"/>
            <a:r>
              <a:rPr lang="en-US" sz="2000" dirty="0"/>
              <a:t>Use SIGSTOP and SIGCONT w/out byte code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A62955-3320-5178-1B48-F32CF9E2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667577"/>
            <a:ext cx="5334000" cy="179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5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63D5-C8EA-17E4-FA0B-EC2A5552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30770"/>
            <a:ext cx="7727950" cy="687387"/>
          </a:xfrm>
        </p:spPr>
        <p:txBody>
          <a:bodyPr/>
          <a:lstStyle/>
          <a:p>
            <a:r>
              <a:rPr lang="nl-NL" dirty="0"/>
              <a:t>MPS vs. Sleep vs. MPS+Sleep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0050A-EABB-91DD-1890-FEB3B52DD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416" y="1295400"/>
            <a:ext cx="5664059" cy="4725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BEE76F-7A3A-0C30-3DD5-9087B2975693}"/>
              </a:ext>
            </a:extLst>
          </p:cNvPr>
          <p:cNvSpPr txBox="1"/>
          <p:nvPr/>
        </p:nvSpPr>
        <p:spPr>
          <a:xfrm>
            <a:off x="498616" y="1295400"/>
            <a:ext cx="2590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961C1F"/>
              </a:buClr>
            </a:pPr>
            <a:r>
              <a:rPr lang="en-US" sz="2000" dirty="0">
                <a:latin typeface="+mn-lt"/>
                <a:cs typeface="+mn-cs"/>
              </a:rPr>
              <a:t>MPS:                 7s large overhead </a:t>
            </a:r>
          </a:p>
          <a:p>
            <a:pPr>
              <a:buClr>
                <a:srgbClr val="961C1F"/>
              </a:buClr>
              <a:buNone/>
            </a:pPr>
            <a:endParaRPr lang="en-US" sz="2000" dirty="0">
              <a:latin typeface="+mn-lt"/>
              <a:cs typeface="+mn-cs"/>
            </a:endParaRPr>
          </a:p>
          <a:p>
            <a:pPr marL="342900" indent="-342900">
              <a:buClr>
                <a:srgbClr val="961C1F"/>
              </a:buClr>
            </a:pPr>
            <a:r>
              <a:rPr lang="en-US" sz="2000" dirty="0">
                <a:latin typeface="+mn-lt"/>
                <a:cs typeface="+mn-cs"/>
              </a:rPr>
              <a:t>Sleep:           Small latency adaption range</a:t>
            </a:r>
          </a:p>
          <a:p>
            <a:pPr>
              <a:buClr>
                <a:srgbClr val="961C1F"/>
              </a:buClr>
              <a:buNone/>
            </a:pPr>
            <a:endParaRPr lang="en-US" sz="2000" dirty="0">
              <a:latin typeface="+mn-lt"/>
              <a:cs typeface="+mn-cs"/>
            </a:endParaRPr>
          </a:p>
          <a:p>
            <a:pPr marL="342900" indent="-342900">
              <a:buClr>
                <a:srgbClr val="961C1F"/>
              </a:buClr>
            </a:pP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Sleep+MPS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: Much smaller overhead and larger adaption range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B17F9B-BE2F-C04E-1506-7A2E7CBD34F3}"/>
              </a:ext>
            </a:extLst>
          </p:cNvPr>
          <p:cNvCxnSpPr/>
          <p:nvPr/>
        </p:nvCxnSpPr>
        <p:spPr bwMode="auto">
          <a:xfrm>
            <a:off x="5486400" y="2638425"/>
            <a:ext cx="685800" cy="644336"/>
          </a:xfrm>
          <a:prstGeom prst="line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none" w="sm" len="lg"/>
            <a:tailEnd type="none" w="sm" len="lg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7A01951-6918-E0BB-DD6F-38E741931A8B}"/>
              </a:ext>
            </a:extLst>
          </p:cNvPr>
          <p:cNvSpPr/>
          <p:nvPr/>
        </p:nvSpPr>
        <p:spPr bwMode="auto">
          <a:xfrm>
            <a:off x="5486400" y="2133600"/>
            <a:ext cx="381000" cy="3048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7B6A501-85DF-45A7-2091-13538754A426}"/>
              </a:ext>
            </a:extLst>
          </p:cNvPr>
          <p:cNvSpPr/>
          <p:nvPr/>
        </p:nvSpPr>
        <p:spPr bwMode="auto">
          <a:xfrm>
            <a:off x="5320170" y="1981200"/>
            <a:ext cx="381000" cy="3810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14964A-ABE6-47B4-4142-7379932FC0E8}"/>
              </a:ext>
            </a:extLst>
          </p:cNvPr>
          <p:cNvSpPr/>
          <p:nvPr/>
        </p:nvSpPr>
        <p:spPr bwMode="auto">
          <a:xfrm>
            <a:off x="5326380" y="2784664"/>
            <a:ext cx="381000" cy="64433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5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8113E-7A8D-F8D7-D693-F351AC2E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Solution: </a:t>
            </a:r>
            <a:r>
              <a:rPr lang="en-US" dirty="0" err="1"/>
              <a:t>GPUColo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A4DA1-9530-A89A-D976-04396C7E61B4}"/>
              </a:ext>
            </a:extLst>
          </p:cNvPr>
          <p:cNvSpPr txBox="1"/>
          <p:nvPr/>
        </p:nvSpPr>
        <p:spPr>
          <a:xfrm>
            <a:off x="1014078" y="1197251"/>
            <a:ext cx="461665" cy="1404615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>
              <a:buNone/>
            </a:pPr>
            <a:r>
              <a:rPr lang="en-US" sz="1800" dirty="0"/>
              <a:t>Training jobs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DEF28-771C-C05E-2ABE-8533FC9D82D1}"/>
              </a:ext>
            </a:extLst>
          </p:cNvPr>
          <p:cNvSpPr txBox="1"/>
          <p:nvPr/>
        </p:nvSpPr>
        <p:spPr>
          <a:xfrm>
            <a:off x="1501190" y="1524779"/>
            <a:ext cx="766235" cy="10668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dirty="0"/>
              <a:t>Online inference requests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78DCAB-15B2-F862-1918-6196B8AC7220}"/>
              </a:ext>
            </a:extLst>
          </p:cNvPr>
          <p:cNvSpPr/>
          <p:nvPr/>
        </p:nvSpPr>
        <p:spPr bwMode="auto">
          <a:xfrm>
            <a:off x="965607" y="2970214"/>
            <a:ext cx="1275522" cy="533400"/>
          </a:xfrm>
          <a:prstGeom prst="round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Job 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Dispatcher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C6165E-FA4E-C4C7-52F0-6D86417A8221}"/>
              </a:ext>
            </a:extLst>
          </p:cNvPr>
          <p:cNvSpPr txBox="1"/>
          <p:nvPr/>
        </p:nvSpPr>
        <p:spPr>
          <a:xfrm>
            <a:off x="616545" y="3595380"/>
            <a:ext cx="1011814" cy="48154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dirty="0"/>
              <a:t>Bin packing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952591-B860-7FE9-0EFC-E0B1AE987A0A}"/>
              </a:ext>
            </a:extLst>
          </p:cNvPr>
          <p:cNvSpPr/>
          <p:nvPr/>
        </p:nvSpPr>
        <p:spPr bwMode="auto">
          <a:xfrm>
            <a:off x="958605" y="4092957"/>
            <a:ext cx="1290093" cy="2155443"/>
          </a:xfrm>
          <a:prstGeom prst="round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strike="noStrike" kern="8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24263A-03F7-0CFC-20C3-E814434B46DA}"/>
              </a:ext>
            </a:extLst>
          </p:cNvPr>
          <p:cNvSpPr txBox="1"/>
          <p:nvPr/>
        </p:nvSpPr>
        <p:spPr>
          <a:xfrm>
            <a:off x="834082" y="5959218"/>
            <a:ext cx="1524000" cy="289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dirty="0"/>
              <a:t>Data Center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50D04D-F096-AA49-4B62-8B557EC57E9F}"/>
              </a:ext>
            </a:extLst>
          </p:cNvPr>
          <p:cNvSpPr/>
          <p:nvPr/>
        </p:nvSpPr>
        <p:spPr bwMode="auto">
          <a:xfrm>
            <a:off x="1066072" y="4251686"/>
            <a:ext cx="1082806" cy="381000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Server 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01657C-7EEC-BBB8-466C-09600DFBE324}"/>
              </a:ext>
            </a:extLst>
          </p:cNvPr>
          <p:cNvSpPr/>
          <p:nvPr/>
        </p:nvSpPr>
        <p:spPr bwMode="auto">
          <a:xfrm>
            <a:off x="1061965" y="4724452"/>
            <a:ext cx="1082806" cy="381000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Server 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9D6C96E-A6A0-AD1D-BCC9-8DD4767073DE}"/>
              </a:ext>
            </a:extLst>
          </p:cNvPr>
          <p:cNvSpPr/>
          <p:nvPr/>
        </p:nvSpPr>
        <p:spPr bwMode="auto">
          <a:xfrm>
            <a:off x="1075718" y="5513387"/>
            <a:ext cx="1082806" cy="381000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Server 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2CDC347-8BA1-82CE-A474-0157FF8DEC02}"/>
              </a:ext>
            </a:extLst>
          </p:cNvPr>
          <p:cNvSpPr/>
          <p:nvPr/>
        </p:nvSpPr>
        <p:spPr bwMode="auto">
          <a:xfrm>
            <a:off x="1571400" y="5388805"/>
            <a:ext cx="45719" cy="45719"/>
          </a:xfrm>
          <a:prstGeom prst="ellipse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90D57D-0FFE-D57C-3786-5E160D43F6A3}"/>
              </a:ext>
            </a:extLst>
          </p:cNvPr>
          <p:cNvSpPr/>
          <p:nvPr/>
        </p:nvSpPr>
        <p:spPr bwMode="auto">
          <a:xfrm>
            <a:off x="1571401" y="5264223"/>
            <a:ext cx="45719" cy="45719"/>
          </a:xfrm>
          <a:prstGeom prst="ellipse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C229AB1-CDA6-F028-04CF-5DA91328E450}"/>
              </a:ext>
            </a:extLst>
          </p:cNvPr>
          <p:cNvSpPr/>
          <p:nvPr/>
        </p:nvSpPr>
        <p:spPr bwMode="auto">
          <a:xfrm>
            <a:off x="1571401" y="5150137"/>
            <a:ext cx="45719" cy="45719"/>
          </a:xfrm>
          <a:prstGeom prst="ellipse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32807C-631C-A81F-5022-861648099A4A}"/>
              </a:ext>
            </a:extLst>
          </p:cNvPr>
          <p:cNvSpPr/>
          <p:nvPr/>
        </p:nvSpPr>
        <p:spPr bwMode="auto">
          <a:xfrm>
            <a:off x="3789571" y="1722499"/>
            <a:ext cx="3500541" cy="712615"/>
          </a:xfrm>
          <a:prstGeom prst="rect">
            <a:avLst/>
          </a:prstGeom>
          <a:solidFill>
            <a:srgbClr val="CCFFCC"/>
          </a:solidFill>
          <a:ln w="6350" cap="flat" cmpd="sng" algn="ctr">
            <a:noFill/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GPU resource for inference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337F76-E75C-EDAB-0551-08ABDC978724}"/>
              </a:ext>
            </a:extLst>
          </p:cNvPr>
          <p:cNvSpPr/>
          <p:nvPr/>
        </p:nvSpPr>
        <p:spPr bwMode="auto">
          <a:xfrm>
            <a:off x="3789572" y="2435114"/>
            <a:ext cx="3500540" cy="1411552"/>
          </a:xfrm>
          <a:prstGeom prst="rect">
            <a:avLst/>
          </a:prstGeom>
          <a:solidFill>
            <a:srgbClr val="FFFF99"/>
          </a:solidFill>
          <a:ln w="6350" cap="flat" cmpd="sng" algn="ctr">
            <a:noFill/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GPU resource for training   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CF1817-1B7B-D3EB-FAC2-EF3C23278F22}"/>
              </a:ext>
            </a:extLst>
          </p:cNvPr>
          <p:cNvSpPr/>
          <p:nvPr/>
        </p:nvSpPr>
        <p:spPr bwMode="auto">
          <a:xfrm>
            <a:off x="3976630" y="3020301"/>
            <a:ext cx="996609" cy="517451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Training</a:t>
            </a:r>
          </a:p>
          <a:p>
            <a:pPr marL="0" marR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iteration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A74654-62EE-F82D-8FEB-03EA3109DBA1}"/>
              </a:ext>
            </a:extLst>
          </p:cNvPr>
          <p:cNvSpPr txBox="1"/>
          <p:nvPr/>
        </p:nvSpPr>
        <p:spPr>
          <a:xfrm>
            <a:off x="5038127" y="3004221"/>
            <a:ext cx="1011814" cy="6052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800" dirty="0"/>
              <a:t>Sleep</a:t>
            </a:r>
          </a:p>
          <a:p>
            <a:pPr algn="ctr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800" dirty="0"/>
              <a:t>interval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5196D9-991D-0AA4-2C34-FB12EC202B8A}"/>
              </a:ext>
            </a:extLst>
          </p:cNvPr>
          <p:cNvSpPr/>
          <p:nvPr/>
        </p:nvSpPr>
        <p:spPr bwMode="auto">
          <a:xfrm>
            <a:off x="6106443" y="3020843"/>
            <a:ext cx="996609" cy="517451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Training</a:t>
            </a:r>
          </a:p>
          <a:p>
            <a:pPr marL="0" marR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iteration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DC1062-49C7-BC66-E28F-89312D233C52}"/>
              </a:ext>
            </a:extLst>
          </p:cNvPr>
          <p:cNvCxnSpPr>
            <a:cxnSpLocks/>
          </p:cNvCxnSpPr>
          <p:nvPr/>
        </p:nvCxnSpPr>
        <p:spPr bwMode="auto">
          <a:xfrm>
            <a:off x="3888208" y="3537752"/>
            <a:ext cx="3352800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E007A9-885F-2A62-5636-294CE0F79ADE}"/>
              </a:ext>
            </a:extLst>
          </p:cNvPr>
          <p:cNvSpPr txBox="1"/>
          <p:nvPr/>
        </p:nvSpPr>
        <p:spPr>
          <a:xfrm>
            <a:off x="6355458" y="3549576"/>
            <a:ext cx="1011814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1800" dirty="0"/>
              <a:t>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103641-4763-89AD-41DA-A9ACBF9AB997}"/>
              </a:ext>
            </a:extLst>
          </p:cNvPr>
          <p:cNvSpPr txBox="1"/>
          <p:nvPr/>
        </p:nvSpPr>
        <p:spPr>
          <a:xfrm>
            <a:off x="3805659" y="1618513"/>
            <a:ext cx="573875" cy="14115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dirty="0"/>
              <a:t>GPU Spatial</a:t>
            </a:r>
          </a:p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dirty="0"/>
              <a:t>Sharing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665CAD-72CA-E719-0C59-B271058D38DB}"/>
              </a:ext>
            </a:extLst>
          </p:cNvPr>
          <p:cNvCxnSpPr>
            <a:cxnSpLocks/>
          </p:cNvCxnSpPr>
          <p:nvPr/>
        </p:nvCxnSpPr>
        <p:spPr bwMode="auto">
          <a:xfrm>
            <a:off x="3789571" y="2435114"/>
            <a:ext cx="3500541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sm" len="lg"/>
            <a:tailEnd type="none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8193DA0-A857-36CF-0323-CDA805E8F9A2}"/>
              </a:ext>
            </a:extLst>
          </p:cNvPr>
          <p:cNvSpPr txBox="1"/>
          <p:nvPr/>
        </p:nvSpPr>
        <p:spPr>
          <a:xfrm>
            <a:off x="2742567" y="1479227"/>
            <a:ext cx="5644082" cy="2891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en-US" sz="1800" b="1" dirty="0"/>
              <a:t>Inference Latency Control on Each Server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47DF75C-D0A3-638F-14BB-12617C085FDA}"/>
              </a:ext>
            </a:extLst>
          </p:cNvPr>
          <p:cNvSpPr/>
          <p:nvPr/>
        </p:nvSpPr>
        <p:spPr bwMode="auto">
          <a:xfrm rot="16200000">
            <a:off x="3112434" y="4780352"/>
            <a:ext cx="1926221" cy="539771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Inference Latency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Monitor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322CDB-06FD-0023-36EF-89D2CF0B62F5}"/>
              </a:ext>
            </a:extLst>
          </p:cNvPr>
          <p:cNvSpPr/>
          <p:nvPr/>
        </p:nvSpPr>
        <p:spPr bwMode="auto">
          <a:xfrm>
            <a:off x="4453186" y="4084467"/>
            <a:ext cx="2171817" cy="539771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Inner-loop Inference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Latency Controller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1FCE569-EC74-9814-8FA3-E4EC9F112E00}"/>
              </a:ext>
            </a:extLst>
          </p:cNvPr>
          <p:cNvSpPr/>
          <p:nvPr/>
        </p:nvSpPr>
        <p:spPr bwMode="auto">
          <a:xfrm>
            <a:off x="4446434" y="5455215"/>
            <a:ext cx="2171817" cy="539771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Outer-loop GPU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Arial" charset="0"/>
              </a:rPr>
              <a:t>Resource Optimizer</a:t>
            </a:r>
            <a:endParaRPr kumimoji="0" lang="en-US" sz="1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D96ED9C-4598-E83B-E8D1-42C190A72508}"/>
              </a:ext>
            </a:extLst>
          </p:cNvPr>
          <p:cNvSpPr/>
          <p:nvPr/>
        </p:nvSpPr>
        <p:spPr bwMode="auto">
          <a:xfrm rot="16200000">
            <a:off x="6387808" y="4533111"/>
            <a:ext cx="1415335" cy="539771"/>
          </a:xfrm>
          <a:prstGeom prst="roundRect">
            <a:avLst/>
          </a:prstGeom>
          <a:solidFill>
            <a:srgbClr val="CCFFFF"/>
          </a:solidFill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GPU MPS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Actuator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99D1805-23B8-C41B-6FA9-EE4CA673CEAD}"/>
              </a:ext>
            </a:extLst>
          </p:cNvPr>
          <p:cNvCxnSpPr>
            <a:stCxn id="19" idx="1"/>
            <a:endCxn id="33" idx="0"/>
          </p:cNvCxnSpPr>
          <p:nvPr/>
        </p:nvCxnSpPr>
        <p:spPr bwMode="auto">
          <a:xfrm rot="10800000" flipH="1" flipV="1">
            <a:off x="3789571" y="2078807"/>
            <a:ext cx="16088" cy="2971430"/>
          </a:xfrm>
          <a:prstGeom prst="bentConnector3">
            <a:avLst>
              <a:gd name="adj1" fmla="val -2104531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BA622C4-70A1-AEAA-186B-D09BC6A2680F}"/>
              </a:ext>
            </a:extLst>
          </p:cNvPr>
          <p:cNvCxnSpPr>
            <a:stCxn id="34" idx="0"/>
            <a:endCxn id="22" idx="2"/>
          </p:cNvCxnSpPr>
          <p:nvPr/>
        </p:nvCxnSpPr>
        <p:spPr bwMode="auto">
          <a:xfrm flipV="1">
            <a:off x="5539095" y="3609515"/>
            <a:ext cx="4939" cy="474952"/>
          </a:xfrm>
          <a:prstGeom prst="straightConnector1">
            <a:avLst/>
          </a:prstGeom>
          <a:noFill/>
          <a:ln w="19050" cap="flat" cmpd="sng" algn="ctr">
            <a:solidFill>
              <a:srgbClr val="0066FF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F5CECA7-3DC7-5F36-61AC-924DE547A4AB}"/>
              </a:ext>
            </a:extLst>
          </p:cNvPr>
          <p:cNvCxnSpPr>
            <a:cxnSpLocks/>
            <a:endCxn id="35" idx="0"/>
          </p:cNvCxnSpPr>
          <p:nvPr/>
        </p:nvCxnSpPr>
        <p:spPr bwMode="auto">
          <a:xfrm>
            <a:off x="4346633" y="5110604"/>
            <a:ext cx="1185710" cy="344611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FA9F10E2-BD49-B472-F6B6-63C56B1C24F6}"/>
              </a:ext>
            </a:extLst>
          </p:cNvPr>
          <p:cNvCxnSpPr>
            <a:cxnSpLocks/>
            <a:endCxn id="34" idx="2"/>
          </p:cNvCxnSpPr>
          <p:nvPr/>
        </p:nvCxnSpPr>
        <p:spPr bwMode="auto">
          <a:xfrm flipV="1">
            <a:off x="4345715" y="4624238"/>
            <a:ext cx="1193380" cy="336736"/>
          </a:xfrm>
          <a:prstGeom prst="bentConnector2">
            <a:avLst/>
          </a:prstGeom>
          <a:noFill/>
          <a:ln w="19050" cap="flat" cmpd="sng" algn="ctr">
            <a:solidFill>
              <a:srgbClr val="0066FF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EE4D8B9-C456-9A09-6550-B379E92B9A64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flipH="1" flipV="1">
            <a:off x="7297150" y="2435114"/>
            <a:ext cx="68211" cy="2367882"/>
          </a:xfrm>
          <a:prstGeom prst="bentConnector4">
            <a:avLst>
              <a:gd name="adj1" fmla="val -335137"/>
              <a:gd name="adj2" fmla="val 100237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FF35851-BABA-1AC8-581E-53B7127DA866}"/>
              </a:ext>
            </a:extLst>
          </p:cNvPr>
          <p:cNvCxnSpPr>
            <a:stCxn id="35" idx="3"/>
            <a:endCxn id="36" idx="1"/>
          </p:cNvCxnSpPr>
          <p:nvPr/>
        </p:nvCxnSpPr>
        <p:spPr bwMode="auto">
          <a:xfrm flipV="1">
            <a:off x="6618251" y="5510664"/>
            <a:ext cx="477225" cy="214437"/>
          </a:xfrm>
          <a:prstGeom prst="bentConnector2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91FBAEE-1FF6-AE7D-865D-6973642B3EFD}"/>
              </a:ext>
            </a:extLst>
          </p:cNvPr>
          <p:cNvSpPr/>
          <p:nvPr/>
        </p:nvSpPr>
        <p:spPr bwMode="auto">
          <a:xfrm>
            <a:off x="3050008" y="1393826"/>
            <a:ext cx="4945062" cy="4717792"/>
          </a:xfrm>
          <a:prstGeom prst="roundRect">
            <a:avLst>
              <a:gd name="adj" fmla="val 6115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400" b="0" i="0" u="sng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35FCC9B-63F6-EE76-BFE7-AD2F529CCD3D}"/>
              </a:ext>
            </a:extLst>
          </p:cNvPr>
          <p:cNvCxnSpPr>
            <a:cxnSpLocks/>
          </p:cNvCxnSpPr>
          <p:nvPr/>
        </p:nvCxnSpPr>
        <p:spPr bwMode="auto">
          <a:xfrm flipV="1">
            <a:off x="2130899" y="1534917"/>
            <a:ext cx="953713" cy="2732283"/>
          </a:xfrm>
          <a:prstGeom prst="line">
            <a:avLst/>
          </a:prstGeom>
          <a:ln w="19050">
            <a:prstDash val="dash"/>
            <a:headEnd type="none" w="sm" len="lg"/>
            <a:tailEnd type="none" w="sm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568E353-1F77-9588-8BB7-0B1AF4C6305B}"/>
              </a:ext>
            </a:extLst>
          </p:cNvPr>
          <p:cNvCxnSpPr>
            <a:cxnSpLocks/>
          </p:cNvCxnSpPr>
          <p:nvPr/>
        </p:nvCxnSpPr>
        <p:spPr bwMode="auto">
          <a:xfrm>
            <a:off x="2130899" y="4611025"/>
            <a:ext cx="1011144" cy="1438597"/>
          </a:xfrm>
          <a:prstGeom prst="line">
            <a:avLst/>
          </a:prstGeom>
          <a:ln w="19050">
            <a:prstDash val="dash"/>
            <a:headEnd type="none" w="sm" len="lg"/>
            <a:tailEnd type="none" w="sm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46A8778-B6C2-3783-CA72-599B9C8AFC6F}"/>
              </a:ext>
            </a:extLst>
          </p:cNvPr>
          <p:cNvCxnSpPr>
            <a:cxnSpLocks/>
            <a:stCxn id="7" idx="2"/>
          </p:cNvCxnSpPr>
          <p:nvPr/>
        </p:nvCxnSpPr>
        <p:spPr bwMode="auto">
          <a:xfrm>
            <a:off x="1244911" y="2601866"/>
            <a:ext cx="0" cy="373816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570EB04-53C2-4C98-137D-1816C27A18F6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1884308" y="2591579"/>
            <a:ext cx="8131" cy="378635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A0F6609-B8C6-7842-B3C5-446BAE85D556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 bwMode="auto">
          <a:xfrm>
            <a:off x="1603368" y="3503614"/>
            <a:ext cx="284" cy="589343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AD8927C-34C2-7C1B-043B-0B3DB27D3576}"/>
              </a:ext>
            </a:extLst>
          </p:cNvPr>
          <p:cNvCxnSpPr>
            <a:cxnSpLocks/>
          </p:cNvCxnSpPr>
          <p:nvPr/>
        </p:nvCxnSpPr>
        <p:spPr bwMode="auto">
          <a:xfrm>
            <a:off x="4973239" y="3297300"/>
            <a:ext cx="1133204" cy="0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ysDash"/>
            <a:round/>
            <a:headEnd type="triangle" w="lg" len="lg"/>
            <a:tailEnd type="triangle" w="lg" len="lg"/>
          </a:ln>
          <a:effectLst/>
        </p:spPr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98F792-9725-45EC-696D-0F78BD0D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194" y="1229711"/>
            <a:ext cx="7937438" cy="2035174"/>
          </a:xfrm>
          <a:solidFill>
            <a:srgbClr val="CCFFCC"/>
          </a:solidFill>
          <a:ln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866449665">
                  <a:custGeom>
                    <a:avLst/>
                    <a:gdLst>
                      <a:gd name="connsiteX0" fmla="*/ 0 w 7937438"/>
                      <a:gd name="connsiteY0" fmla="*/ 0 h 2035174"/>
                      <a:gd name="connsiteX1" fmla="*/ 487585 w 7937438"/>
                      <a:gd name="connsiteY1" fmla="*/ 0 h 2035174"/>
                      <a:gd name="connsiteX2" fmla="*/ 1213294 w 7937438"/>
                      <a:gd name="connsiteY2" fmla="*/ 0 h 2035174"/>
                      <a:gd name="connsiteX3" fmla="*/ 1939003 w 7937438"/>
                      <a:gd name="connsiteY3" fmla="*/ 0 h 2035174"/>
                      <a:gd name="connsiteX4" fmla="*/ 2505963 w 7937438"/>
                      <a:gd name="connsiteY4" fmla="*/ 0 h 2035174"/>
                      <a:gd name="connsiteX5" fmla="*/ 2914174 w 7937438"/>
                      <a:gd name="connsiteY5" fmla="*/ 0 h 2035174"/>
                      <a:gd name="connsiteX6" fmla="*/ 3401759 w 7937438"/>
                      <a:gd name="connsiteY6" fmla="*/ 0 h 2035174"/>
                      <a:gd name="connsiteX7" fmla="*/ 3730596 w 7937438"/>
                      <a:gd name="connsiteY7" fmla="*/ 0 h 2035174"/>
                      <a:gd name="connsiteX8" fmla="*/ 4059433 w 7937438"/>
                      <a:gd name="connsiteY8" fmla="*/ 0 h 2035174"/>
                      <a:gd name="connsiteX9" fmla="*/ 4785141 w 7937438"/>
                      <a:gd name="connsiteY9" fmla="*/ 0 h 2035174"/>
                      <a:gd name="connsiteX10" fmla="*/ 5193352 w 7937438"/>
                      <a:gd name="connsiteY10" fmla="*/ 0 h 2035174"/>
                      <a:gd name="connsiteX11" fmla="*/ 5522189 w 7937438"/>
                      <a:gd name="connsiteY11" fmla="*/ 0 h 2035174"/>
                      <a:gd name="connsiteX12" fmla="*/ 6009774 w 7937438"/>
                      <a:gd name="connsiteY12" fmla="*/ 0 h 2035174"/>
                      <a:gd name="connsiteX13" fmla="*/ 6735483 w 7937438"/>
                      <a:gd name="connsiteY13" fmla="*/ 0 h 2035174"/>
                      <a:gd name="connsiteX14" fmla="*/ 7381817 w 7937438"/>
                      <a:gd name="connsiteY14" fmla="*/ 0 h 2035174"/>
                      <a:gd name="connsiteX15" fmla="*/ 7937438 w 7937438"/>
                      <a:gd name="connsiteY15" fmla="*/ 0 h 2035174"/>
                      <a:gd name="connsiteX16" fmla="*/ 7937438 w 7937438"/>
                      <a:gd name="connsiteY16" fmla="*/ 468090 h 2035174"/>
                      <a:gd name="connsiteX17" fmla="*/ 7937438 w 7937438"/>
                      <a:gd name="connsiteY17" fmla="*/ 956532 h 2035174"/>
                      <a:gd name="connsiteX18" fmla="*/ 7937438 w 7937438"/>
                      <a:gd name="connsiteY18" fmla="*/ 1485677 h 2035174"/>
                      <a:gd name="connsiteX19" fmla="*/ 7937438 w 7937438"/>
                      <a:gd name="connsiteY19" fmla="*/ 2035174 h 2035174"/>
                      <a:gd name="connsiteX20" fmla="*/ 7608601 w 7937438"/>
                      <a:gd name="connsiteY20" fmla="*/ 2035174 h 2035174"/>
                      <a:gd name="connsiteX21" fmla="*/ 7279765 w 7937438"/>
                      <a:gd name="connsiteY21" fmla="*/ 2035174 h 2035174"/>
                      <a:gd name="connsiteX22" fmla="*/ 6792179 w 7937438"/>
                      <a:gd name="connsiteY22" fmla="*/ 2035174 h 2035174"/>
                      <a:gd name="connsiteX23" fmla="*/ 6066470 w 7937438"/>
                      <a:gd name="connsiteY23" fmla="*/ 2035174 h 2035174"/>
                      <a:gd name="connsiteX24" fmla="*/ 5737634 w 7937438"/>
                      <a:gd name="connsiteY24" fmla="*/ 2035174 h 2035174"/>
                      <a:gd name="connsiteX25" fmla="*/ 5329423 w 7937438"/>
                      <a:gd name="connsiteY25" fmla="*/ 2035174 h 2035174"/>
                      <a:gd name="connsiteX26" fmla="*/ 4603714 w 7937438"/>
                      <a:gd name="connsiteY26" fmla="*/ 2035174 h 2035174"/>
                      <a:gd name="connsiteX27" fmla="*/ 3878005 w 7937438"/>
                      <a:gd name="connsiteY27" fmla="*/ 2035174 h 2035174"/>
                      <a:gd name="connsiteX28" fmla="*/ 3549169 w 7937438"/>
                      <a:gd name="connsiteY28" fmla="*/ 2035174 h 2035174"/>
                      <a:gd name="connsiteX29" fmla="*/ 3140958 w 7937438"/>
                      <a:gd name="connsiteY29" fmla="*/ 2035174 h 2035174"/>
                      <a:gd name="connsiteX30" fmla="*/ 2812121 w 7937438"/>
                      <a:gd name="connsiteY30" fmla="*/ 2035174 h 2035174"/>
                      <a:gd name="connsiteX31" fmla="*/ 2086412 w 7937438"/>
                      <a:gd name="connsiteY31" fmla="*/ 2035174 h 2035174"/>
                      <a:gd name="connsiteX32" fmla="*/ 1757576 w 7937438"/>
                      <a:gd name="connsiteY32" fmla="*/ 2035174 h 2035174"/>
                      <a:gd name="connsiteX33" fmla="*/ 1269990 w 7937438"/>
                      <a:gd name="connsiteY33" fmla="*/ 2035174 h 2035174"/>
                      <a:gd name="connsiteX34" fmla="*/ 782405 w 7937438"/>
                      <a:gd name="connsiteY34" fmla="*/ 2035174 h 2035174"/>
                      <a:gd name="connsiteX35" fmla="*/ 0 w 7937438"/>
                      <a:gd name="connsiteY35" fmla="*/ 2035174 h 2035174"/>
                      <a:gd name="connsiteX36" fmla="*/ 0 w 7937438"/>
                      <a:gd name="connsiteY36" fmla="*/ 1587436 h 2035174"/>
                      <a:gd name="connsiteX37" fmla="*/ 0 w 7937438"/>
                      <a:gd name="connsiteY37" fmla="*/ 1037939 h 2035174"/>
                      <a:gd name="connsiteX38" fmla="*/ 0 w 7937438"/>
                      <a:gd name="connsiteY38" fmla="*/ 549497 h 2035174"/>
                      <a:gd name="connsiteX39" fmla="*/ 0 w 7937438"/>
                      <a:gd name="connsiteY39" fmla="*/ 0 h 2035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7937438" h="2035174" fill="none" extrusionOk="0">
                        <a:moveTo>
                          <a:pt x="0" y="0"/>
                        </a:moveTo>
                        <a:cubicBezTo>
                          <a:pt x="101014" y="-13083"/>
                          <a:pt x="292051" y="50792"/>
                          <a:pt x="487585" y="0"/>
                        </a:cubicBezTo>
                        <a:cubicBezTo>
                          <a:pt x="683119" y="-50792"/>
                          <a:pt x="913591" y="1211"/>
                          <a:pt x="1213294" y="0"/>
                        </a:cubicBezTo>
                        <a:cubicBezTo>
                          <a:pt x="1512997" y="-1211"/>
                          <a:pt x="1725400" y="51287"/>
                          <a:pt x="1939003" y="0"/>
                        </a:cubicBezTo>
                        <a:cubicBezTo>
                          <a:pt x="2152606" y="-51287"/>
                          <a:pt x="2368691" y="35264"/>
                          <a:pt x="2505963" y="0"/>
                        </a:cubicBezTo>
                        <a:cubicBezTo>
                          <a:pt x="2643235" y="-35264"/>
                          <a:pt x="2716986" y="20317"/>
                          <a:pt x="2914174" y="0"/>
                        </a:cubicBezTo>
                        <a:cubicBezTo>
                          <a:pt x="3111362" y="-20317"/>
                          <a:pt x="3185111" y="47877"/>
                          <a:pt x="3401759" y="0"/>
                        </a:cubicBezTo>
                        <a:cubicBezTo>
                          <a:pt x="3618407" y="-47877"/>
                          <a:pt x="3614583" y="521"/>
                          <a:pt x="3730596" y="0"/>
                        </a:cubicBezTo>
                        <a:cubicBezTo>
                          <a:pt x="3846609" y="-521"/>
                          <a:pt x="3927715" y="10113"/>
                          <a:pt x="4059433" y="0"/>
                        </a:cubicBezTo>
                        <a:cubicBezTo>
                          <a:pt x="4191151" y="-10113"/>
                          <a:pt x="4518382" y="28111"/>
                          <a:pt x="4785141" y="0"/>
                        </a:cubicBezTo>
                        <a:cubicBezTo>
                          <a:pt x="5051900" y="-28111"/>
                          <a:pt x="5016253" y="35378"/>
                          <a:pt x="5193352" y="0"/>
                        </a:cubicBezTo>
                        <a:cubicBezTo>
                          <a:pt x="5370451" y="-35378"/>
                          <a:pt x="5416369" y="24812"/>
                          <a:pt x="5522189" y="0"/>
                        </a:cubicBezTo>
                        <a:cubicBezTo>
                          <a:pt x="5628009" y="-24812"/>
                          <a:pt x="5829451" y="6868"/>
                          <a:pt x="6009774" y="0"/>
                        </a:cubicBezTo>
                        <a:cubicBezTo>
                          <a:pt x="6190097" y="-6868"/>
                          <a:pt x="6388615" y="15829"/>
                          <a:pt x="6735483" y="0"/>
                        </a:cubicBezTo>
                        <a:cubicBezTo>
                          <a:pt x="7082351" y="-15829"/>
                          <a:pt x="7145845" y="71710"/>
                          <a:pt x="7381817" y="0"/>
                        </a:cubicBezTo>
                        <a:cubicBezTo>
                          <a:pt x="7617789" y="-71710"/>
                          <a:pt x="7799092" y="56424"/>
                          <a:pt x="7937438" y="0"/>
                        </a:cubicBezTo>
                        <a:cubicBezTo>
                          <a:pt x="7941473" y="222835"/>
                          <a:pt x="7904199" y="295389"/>
                          <a:pt x="7937438" y="468090"/>
                        </a:cubicBezTo>
                        <a:cubicBezTo>
                          <a:pt x="7970677" y="640791"/>
                          <a:pt x="7892220" y="820279"/>
                          <a:pt x="7937438" y="956532"/>
                        </a:cubicBezTo>
                        <a:cubicBezTo>
                          <a:pt x="7982656" y="1092785"/>
                          <a:pt x="7884690" y="1226719"/>
                          <a:pt x="7937438" y="1485677"/>
                        </a:cubicBezTo>
                        <a:cubicBezTo>
                          <a:pt x="7990186" y="1744635"/>
                          <a:pt x="7888225" y="1839070"/>
                          <a:pt x="7937438" y="2035174"/>
                        </a:cubicBezTo>
                        <a:cubicBezTo>
                          <a:pt x="7807495" y="2054154"/>
                          <a:pt x="7750787" y="2025769"/>
                          <a:pt x="7608601" y="2035174"/>
                        </a:cubicBezTo>
                        <a:cubicBezTo>
                          <a:pt x="7466415" y="2044579"/>
                          <a:pt x="7392874" y="1997628"/>
                          <a:pt x="7279765" y="2035174"/>
                        </a:cubicBezTo>
                        <a:cubicBezTo>
                          <a:pt x="7166656" y="2072720"/>
                          <a:pt x="6907150" y="2004575"/>
                          <a:pt x="6792179" y="2035174"/>
                        </a:cubicBezTo>
                        <a:cubicBezTo>
                          <a:pt x="6677208" y="2065773"/>
                          <a:pt x="6253074" y="1969743"/>
                          <a:pt x="6066470" y="2035174"/>
                        </a:cubicBezTo>
                        <a:cubicBezTo>
                          <a:pt x="5879866" y="2100605"/>
                          <a:pt x="5831971" y="2008777"/>
                          <a:pt x="5737634" y="2035174"/>
                        </a:cubicBezTo>
                        <a:cubicBezTo>
                          <a:pt x="5643297" y="2061571"/>
                          <a:pt x="5446255" y="1992908"/>
                          <a:pt x="5329423" y="2035174"/>
                        </a:cubicBezTo>
                        <a:cubicBezTo>
                          <a:pt x="5212591" y="2077440"/>
                          <a:pt x="4911655" y="1997170"/>
                          <a:pt x="4603714" y="2035174"/>
                        </a:cubicBezTo>
                        <a:cubicBezTo>
                          <a:pt x="4295773" y="2073178"/>
                          <a:pt x="4121983" y="1987224"/>
                          <a:pt x="3878005" y="2035174"/>
                        </a:cubicBezTo>
                        <a:cubicBezTo>
                          <a:pt x="3634027" y="2083124"/>
                          <a:pt x="3665803" y="2034153"/>
                          <a:pt x="3549169" y="2035174"/>
                        </a:cubicBezTo>
                        <a:cubicBezTo>
                          <a:pt x="3432535" y="2036195"/>
                          <a:pt x="3239437" y="2019179"/>
                          <a:pt x="3140958" y="2035174"/>
                        </a:cubicBezTo>
                        <a:cubicBezTo>
                          <a:pt x="3042479" y="2051169"/>
                          <a:pt x="2928747" y="2024304"/>
                          <a:pt x="2812121" y="2035174"/>
                        </a:cubicBezTo>
                        <a:cubicBezTo>
                          <a:pt x="2695495" y="2046044"/>
                          <a:pt x="2419878" y="2007897"/>
                          <a:pt x="2086412" y="2035174"/>
                        </a:cubicBezTo>
                        <a:cubicBezTo>
                          <a:pt x="1752946" y="2062451"/>
                          <a:pt x="1909453" y="2028549"/>
                          <a:pt x="1757576" y="2035174"/>
                        </a:cubicBezTo>
                        <a:cubicBezTo>
                          <a:pt x="1605699" y="2041799"/>
                          <a:pt x="1413830" y="2013622"/>
                          <a:pt x="1269990" y="2035174"/>
                        </a:cubicBezTo>
                        <a:cubicBezTo>
                          <a:pt x="1126150" y="2056726"/>
                          <a:pt x="881785" y="1996416"/>
                          <a:pt x="782405" y="2035174"/>
                        </a:cubicBezTo>
                        <a:cubicBezTo>
                          <a:pt x="683026" y="2073932"/>
                          <a:pt x="381749" y="1941673"/>
                          <a:pt x="0" y="2035174"/>
                        </a:cubicBezTo>
                        <a:cubicBezTo>
                          <a:pt x="-24998" y="1910817"/>
                          <a:pt x="40516" y="1717801"/>
                          <a:pt x="0" y="1587436"/>
                        </a:cubicBezTo>
                        <a:cubicBezTo>
                          <a:pt x="-40516" y="1457071"/>
                          <a:pt x="9806" y="1198046"/>
                          <a:pt x="0" y="1037939"/>
                        </a:cubicBezTo>
                        <a:cubicBezTo>
                          <a:pt x="-9806" y="877832"/>
                          <a:pt x="33442" y="716422"/>
                          <a:pt x="0" y="549497"/>
                        </a:cubicBezTo>
                        <a:cubicBezTo>
                          <a:pt x="-33442" y="382572"/>
                          <a:pt x="42763" y="142553"/>
                          <a:pt x="0" y="0"/>
                        </a:cubicBezTo>
                        <a:close/>
                      </a:path>
                      <a:path w="7937438" h="2035174" stroke="0" extrusionOk="0">
                        <a:moveTo>
                          <a:pt x="0" y="0"/>
                        </a:moveTo>
                        <a:cubicBezTo>
                          <a:pt x="196086" y="-868"/>
                          <a:pt x="295782" y="4731"/>
                          <a:pt x="566960" y="0"/>
                        </a:cubicBezTo>
                        <a:cubicBezTo>
                          <a:pt x="838138" y="-4731"/>
                          <a:pt x="954828" y="21390"/>
                          <a:pt x="1213294" y="0"/>
                        </a:cubicBezTo>
                        <a:cubicBezTo>
                          <a:pt x="1471760" y="-21390"/>
                          <a:pt x="1398801" y="4191"/>
                          <a:pt x="1542131" y="0"/>
                        </a:cubicBezTo>
                        <a:cubicBezTo>
                          <a:pt x="1685461" y="-4191"/>
                          <a:pt x="1720013" y="24417"/>
                          <a:pt x="1870968" y="0"/>
                        </a:cubicBezTo>
                        <a:cubicBezTo>
                          <a:pt x="2021923" y="-24417"/>
                          <a:pt x="2374524" y="36223"/>
                          <a:pt x="2517302" y="0"/>
                        </a:cubicBezTo>
                        <a:cubicBezTo>
                          <a:pt x="2660080" y="-36223"/>
                          <a:pt x="2893664" y="2287"/>
                          <a:pt x="3084262" y="0"/>
                        </a:cubicBezTo>
                        <a:cubicBezTo>
                          <a:pt x="3274860" y="-2287"/>
                          <a:pt x="3484980" y="19640"/>
                          <a:pt x="3809970" y="0"/>
                        </a:cubicBezTo>
                        <a:cubicBezTo>
                          <a:pt x="4134960" y="-19640"/>
                          <a:pt x="3994197" y="22138"/>
                          <a:pt x="4138807" y="0"/>
                        </a:cubicBezTo>
                        <a:cubicBezTo>
                          <a:pt x="4283417" y="-22138"/>
                          <a:pt x="4400189" y="19400"/>
                          <a:pt x="4547018" y="0"/>
                        </a:cubicBezTo>
                        <a:cubicBezTo>
                          <a:pt x="4693847" y="-19400"/>
                          <a:pt x="5028830" y="50666"/>
                          <a:pt x="5272727" y="0"/>
                        </a:cubicBezTo>
                        <a:cubicBezTo>
                          <a:pt x="5516624" y="-50666"/>
                          <a:pt x="5842288" y="81665"/>
                          <a:pt x="5998435" y="0"/>
                        </a:cubicBezTo>
                        <a:cubicBezTo>
                          <a:pt x="6154582" y="-81665"/>
                          <a:pt x="6275905" y="21530"/>
                          <a:pt x="6406646" y="0"/>
                        </a:cubicBezTo>
                        <a:cubicBezTo>
                          <a:pt x="6537387" y="-21530"/>
                          <a:pt x="6883307" y="86488"/>
                          <a:pt x="7132355" y="0"/>
                        </a:cubicBezTo>
                        <a:cubicBezTo>
                          <a:pt x="7381403" y="-86488"/>
                          <a:pt x="7550334" y="32703"/>
                          <a:pt x="7937438" y="0"/>
                        </a:cubicBezTo>
                        <a:cubicBezTo>
                          <a:pt x="7989240" y="205572"/>
                          <a:pt x="7923672" y="417740"/>
                          <a:pt x="7937438" y="549497"/>
                        </a:cubicBezTo>
                        <a:cubicBezTo>
                          <a:pt x="7951204" y="681254"/>
                          <a:pt x="7899557" y="865016"/>
                          <a:pt x="7937438" y="1078642"/>
                        </a:cubicBezTo>
                        <a:cubicBezTo>
                          <a:pt x="7975319" y="1292269"/>
                          <a:pt x="7857167" y="1735013"/>
                          <a:pt x="7937438" y="2035174"/>
                        </a:cubicBezTo>
                        <a:cubicBezTo>
                          <a:pt x="7856339" y="2048408"/>
                          <a:pt x="7738068" y="2022752"/>
                          <a:pt x="7608601" y="2035174"/>
                        </a:cubicBezTo>
                        <a:cubicBezTo>
                          <a:pt x="7479134" y="2047596"/>
                          <a:pt x="7172827" y="1999880"/>
                          <a:pt x="6962267" y="2035174"/>
                        </a:cubicBezTo>
                        <a:cubicBezTo>
                          <a:pt x="6751707" y="2070468"/>
                          <a:pt x="6451898" y="1959698"/>
                          <a:pt x="6236558" y="2035174"/>
                        </a:cubicBezTo>
                        <a:cubicBezTo>
                          <a:pt x="6021218" y="2110650"/>
                          <a:pt x="5685174" y="2005028"/>
                          <a:pt x="5510850" y="2035174"/>
                        </a:cubicBezTo>
                        <a:cubicBezTo>
                          <a:pt x="5336526" y="2065320"/>
                          <a:pt x="4951946" y="2003726"/>
                          <a:pt x="4785141" y="2035174"/>
                        </a:cubicBezTo>
                        <a:cubicBezTo>
                          <a:pt x="4618336" y="2066622"/>
                          <a:pt x="4393752" y="1981010"/>
                          <a:pt x="4138807" y="2035174"/>
                        </a:cubicBezTo>
                        <a:cubicBezTo>
                          <a:pt x="3883862" y="2089338"/>
                          <a:pt x="3910150" y="2034634"/>
                          <a:pt x="3809970" y="2035174"/>
                        </a:cubicBezTo>
                        <a:cubicBezTo>
                          <a:pt x="3709790" y="2035714"/>
                          <a:pt x="3317631" y="2013160"/>
                          <a:pt x="3163636" y="2035174"/>
                        </a:cubicBezTo>
                        <a:cubicBezTo>
                          <a:pt x="3009641" y="2057188"/>
                          <a:pt x="2947653" y="2019265"/>
                          <a:pt x="2834799" y="2035174"/>
                        </a:cubicBezTo>
                        <a:cubicBezTo>
                          <a:pt x="2721945" y="2051083"/>
                          <a:pt x="2460357" y="1999843"/>
                          <a:pt x="2188465" y="2035174"/>
                        </a:cubicBezTo>
                        <a:cubicBezTo>
                          <a:pt x="1916573" y="2070505"/>
                          <a:pt x="1876646" y="1986642"/>
                          <a:pt x="1780254" y="2035174"/>
                        </a:cubicBezTo>
                        <a:cubicBezTo>
                          <a:pt x="1683862" y="2083706"/>
                          <a:pt x="1384652" y="1969621"/>
                          <a:pt x="1213294" y="2035174"/>
                        </a:cubicBezTo>
                        <a:cubicBezTo>
                          <a:pt x="1041936" y="2100727"/>
                          <a:pt x="965166" y="2022197"/>
                          <a:pt x="725709" y="2035174"/>
                        </a:cubicBezTo>
                        <a:cubicBezTo>
                          <a:pt x="486253" y="2048151"/>
                          <a:pt x="323136" y="2013166"/>
                          <a:pt x="0" y="2035174"/>
                        </a:cubicBezTo>
                        <a:cubicBezTo>
                          <a:pt x="-35420" y="1898954"/>
                          <a:pt x="57802" y="1662759"/>
                          <a:pt x="0" y="1526381"/>
                        </a:cubicBezTo>
                        <a:cubicBezTo>
                          <a:pt x="-57802" y="1390003"/>
                          <a:pt x="21428" y="1280026"/>
                          <a:pt x="0" y="1078642"/>
                        </a:cubicBezTo>
                        <a:cubicBezTo>
                          <a:pt x="-21428" y="877258"/>
                          <a:pt x="17170" y="641271"/>
                          <a:pt x="0" y="529145"/>
                        </a:cubicBezTo>
                        <a:cubicBezTo>
                          <a:pt x="-17170" y="417019"/>
                          <a:pt x="46230" y="158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sz="2400" dirty="0"/>
              <a:t>Two-tier control and co-location solution</a:t>
            </a:r>
          </a:p>
          <a:p>
            <a:pPr lvl="1"/>
            <a:r>
              <a:rPr lang="en-US" sz="2000" dirty="0"/>
              <a:t>Co-locates training and inference jobs</a:t>
            </a:r>
          </a:p>
          <a:p>
            <a:pPr lvl="1"/>
            <a:r>
              <a:rPr lang="en-US" sz="2000" dirty="0"/>
              <a:t>Based on control theory: proportional controllers </a:t>
            </a:r>
          </a:p>
          <a:p>
            <a:pPr lvl="1"/>
            <a:r>
              <a:rPr lang="en-US" sz="2000" dirty="0"/>
              <a:t>Inner loop adjusts sleep interval of training jobs</a:t>
            </a:r>
          </a:p>
          <a:p>
            <a:pPr lvl="1"/>
            <a:r>
              <a:rPr lang="en-US" sz="2000" dirty="0"/>
              <a:t>Outer loop optimizes MPS thread percentages of training jobs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296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8" grpId="0"/>
      <p:bldP spid="29" grpId="0"/>
      <p:bldP spid="32" grpId="0"/>
      <p:bldP spid="33" grpId="0" animBg="1"/>
      <p:bldP spid="34" grpId="0" animBg="1"/>
      <p:bldP spid="35" grpId="0" animBg="1"/>
      <p:bldP spid="36" grpId="0" animBg="1"/>
      <p:bldP spid="63" grpId="0" animBg="1"/>
      <p:bldP spid="6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CD23E-3B58-E862-BDF4-F95020B7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</a:t>
            </a:r>
            <a:r>
              <a:rPr lang="en-US" dirty="0" err="1"/>
              <a:t>GPUColo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E801-46BE-26B1-4CC3-4496C6285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143000"/>
            <a:ext cx="8053387" cy="4722813"/>
          </a:xfrm>
        </p:spPr>
        <p:txBody>
          <a:bodyPr/>
          <a:lstStyle/>
          <a:p>
            <a:r>
              <a:rPr lang="en-US" sz="2400" dirty="0"/>
              <a:t>Spatially co-locates training and inference jobs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Dynamic GPU resource adjustment for training and inference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Uses fewer GPUs so lower </a:t>
            </a:r>
            <a:r>
              <a:rPr lang="en-US" sz="2100" dirty="0" err="1">
                <a:ea typeface="+mn-ea"/>
                <a:cs typeface="+mn-cs"/>
              </a:rPr>
              <a:t>CapEx</a:t>
            </a:r>
            <a:endParaRPr lang="en-US" sz="2100" dirty="0">
              <a:ea typeface="+mn-ea"/>
              <a:cs typeface="+mn-cs"/>
            </a:endParaRPr>
          </a:p>
          <a:p>
            <a:pPr marL="674688" lvl="2" indent="-342900"/>
            <a:endParaRPr lang="en-US" sz="2100" dirty="0">
              <a:ea typeface="+mn-ea"/>
              <a:cs typeface="+mn-cs"/>
            </a:endParaRPr>
          </a:p>
          <a:p>
            <a:pPr marL="342900" lvl="1" indent="-342900"/>
            <a:r>
              <a:rPr lang="en-US" dirty="0">
                <a:ea typeface="+mn-ea"/>
                <a:cs typeface="+mn-cs"/>
              </a:rPr>
              <a:t>Prompt latency control by using sleep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Small overheads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Fast convergence of latency to the SLO</a:t>
            </a:r>
          </a:p>
          <a:p>
            <a:pPr marL="674688" lvl="2" indent="-342900"/>
            <a:endParaRPr lang="en-US" sz="2100" dirty="0">
              <a:ea typeface="+mn-ea"/>
              <a:cs typeface="+mn-cs"/>
            </a:endParaRPr>
          </a:p>
          <a:p>
            <a:pPr marL="342900" lvl="1" indent="-342900"/>
            <a:r>
              <a:rPr lang="en-US" dirty="0">
                <a:ea typeface="+mn-ea"/>
                <a:cs typeface="+mn-cs"/>
              </a:rPr>
              <a:t>Guaranteed system stability and control accuracy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Adaptation to workload changes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Fewer SLO violations</a:t>
            </a:r>
          </a:p>
          <a:p>
            <a:pPr marL="674688" lvl="2" indent="-342900"/>
            <a:r>
              <a:rPr lang="en-US" sz="2100" dirty="0">
                <a:ea typeface="+mn-ea"/>
                <a:cs typeface="+mn-cs"/>
              </a:rPr>
              <a:t>Higher training and inference throughput</a:t>
            </a:r>
          </a:p>
        </p:txBody>
      </p:sp>
    </p:spTree>
    <p:extLst>
      <p:ext uri="{BB962C8B-B14F-4D97-AF65-F5344CB8AC3E}">
        <p14:creationId xmlns:p14="http://schemas.microsoft.com/office/powerpoint/2010/main" val="289133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C1DE-FC8F-F673-F0FB-01AACAFA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Testbed and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1FB2-2450-CBFA-5733-0B1722D78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38" y="1241426"/>
            <a:ext cx="7924799" cy="4722813"/>
          </a:xfrm>
        </p:spPr>
        <p:txBody>
          <a:bodyPr/>
          <a:lstStyle/>
          <a:p>
            <a:r>
              <a:rPr lang="en-US" sz="2400" dirty="0"/>
              <a:t>Testbed</a:t>
            </a:r>
          </a:p>
          <a:p>
            <a:pPr lvl="1"/>
            <a:r>
              <a:rPr lang="en-US" sz="2000" dirty="0"/>
              <a:t>Two Nvidia RTX 3090 GPUs in two servers</a:t>
            </a:r>
          </a:p>
          <a:p>
            <a:pPr lvl="1"/>
            <a:r>
              <a:rPr lang="en-US" sz="2000" dirty="0"/>
              <a:t>PyTorch, TensorFlow and </a:t>
            </a:r>
            <a:r>
              <a:rPr lang="en-US" sz="2000" dirty="0" err="1"/>
              <a:t>MXNet</a:t>
            </a:r>
            <a:endParaRPr lang="en-US" sz="2000" dirty="0"/>
          </a:p>
          <a:p>
            <a:pPr lvl="1"/>
            <a:r>
              <a:rPr lang="en-US" sz="2000" dirty="0"/>
              <a:t>Resnet50 for inference and Resnet101 for training</a:t>
            </a:r>
          </a:p>
          <a:p>
            <a:pPr lvl="1"/>
            <a:r>
              <a:rPr lang="en-US" sz="2000" dirty="0"/>
              <a:t>Dataset: images of the size 224x224</a:t>
            </a:r>
          </a:p>
          <a:p>
            <a:pPr lvl="1"/>
            <a:endParaRPr lang="en-US" dirty="0"/>
          </a:p>
          <a:p>
            <a:r>
              <a:rPr lang="en-US" sz="2400" dirty="0"/>
              <a:t>Simulation</a:t>
            </a:r>
          </a:p>
          <a:p>
            <a:pPr lvl="1"/>
            <a:r>
              <a:rPr lang="en-US" sz="2000" dirty="0"/>
              <a:t>Real-world ML trace from Alibaba 6500 GPU cluster [NSDI’22]</a:t>
            </a:r>
          </a:p>
          <a:p>
            <a:pPr lvl="1"/>
            <a:r>
              <a:rPr lang="en-US" sz="2000" dirty="0"/>
              <a:t>Implements clock, job dispatching, GPUs and controllers </a:t>
            </a:r>
          </a:p>
        </p:txBody>
      </p:sp>
    </p:spTree>
    <p:extLst>
      <p:ext uri="{BB962C8B-B14F-4D97-AF65-F5344CB8AC3E}">
        <p14:creationId xmlns:p14="http://schemas.microsoft.com/office/powerpoint/2010/main" val="207216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E45D-6AAE-E074-F0BE-C7E44F25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dirty="0" err="1"/>
              <a:t>GPUColo</a:t>
            </a:r>
            <a:r>
              <a:rPr lang="en-US" dirty="0"/>
              <a:t> vs. GSLICE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F5BF-6B05-252F-6C11-C9372841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63" y="1143000"/>
            <a:ext cx="7745413" cy="4648199"/>
          </a:xfrm>
        </p:spPr>
        <p:txBody>
          <a:bodyPr/>
          <a:lstStyle/>
          <a:p>
            <a:r>
              <a:rPr lang="en-US" sz="2400" dirty="0"/>
              <a:t>State-of-the-art baseline: GSLICE [SOCC’20]</a:t>
            </a:r>
          </a:p>
          <a:p>
            <a:pPr lvl="1"/>
            <a:r>
              <a:rPr lang="en-US" sz="2000" dirty="0"/>
              <a:t>Separate co-location of training and inference jobs</a:t>
            </a:r>
          </a:p>
          <a:p>
            <a:pPr lvl="1"/>
            <a:r>
              <a:rPr lang="en-US" sz="2000" dirty="0"/>
              <a:t>Dynamic GPU resource allocation based on MPS only</a:t>
            </a:r>
          </a:p>
          <a:p>
            <a:pPr lvl="1"/>
            <a:r>
              <a:rPr lang="en-US" sz="2000" dirty="0"/>
              <a:t>Fragmented inference latency due to MPS restarting</a:t>
            </a:r>
            <a:endParaRPr lang="en-US" sz="2400" dirty="0"/>
          </a:p>
          <a:p>
            <a:r>
              <a:rPr lang="en-US" sz="2400" dirty="0" err="1"/>
              <a:t>GPUColo</a:t>
            </a:r>
            <a:endParaRPr lang="en-US" sz="2400" dirty="0"/>
          </a:p>
          <a:p>
            <a:pPr lvl="1"/>
            <a:r>
              <a:rPr lang="en-US" sz="2000" dirty="0"/>
              <a:t>Responds faster to meet the SLO with two-tier control</a:t>
            </a:r>
          </a:p>
          <a:p>
            <a:pPr lvl="1"/>
            <a:r>
              <a:rPr lang="en-US" sz="2000" dirty="0"/>
              <a:t>36.1% higher inference throughput and 51.5% higher training throughput due to smaller overheads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78A02-BA76-E1E2-5D51-294C4CB5F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455" b="55395"/>
          <a:stretch/>
        </p:blipFill>
        <p:spPr>
          <a:xfrm>
            <a:off x="1996282" y="4248150"/>
            <a:ext cx="2743200" cy="213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440802-5C98-95F8-BE9F-AB3D766E1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18" b="54881"/>
          <a:stretch/>
        </p:blipFill>
        <p:spPr>
          <a:xfrm>
            <a:off x="4739482" y="4248150"/>
            <a:ext cx="2743200" cy="2133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5950D-8560-F6B6-7D0F-A541C542B044}"/>
              </a:ext>
            </a:extLst>
          </p:cNvPr>
          <p:cNvSpPr txBox="1"/>
          <p:nvPr/>
        </p:nvSpPr>
        <p:spPr>
          <a:xfrm>
            <a:off x="2895600" y="5448869"/>
            <a:ext cx="1282723" cy="532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workload </a:t>
            </a:r>
          </a:p>
          <a:p>
            <a:pPr algn="ctr">
              <a:lnSpc>
                <a:spcPts val="17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increase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CDD18A-0ACF-9DF6-90EA-F1FFFFB75137}"/>
              </a:ext>
            </a:extLst>
          </p:cNvPr>
          <p:cNvCxnSpPr/>
          <p:nvPr/>
        </p:nvCxnSpPr>
        <p:spPr bwMode="auto">
          <a:xfrm flipV="1">
            <a:off x="2971800" y="5448869"/>
            <a:ext cx="0" cy="45720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round/>
            <a:headEnd type="none" w="sm" len="lg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C23F99-6ADB-424C-637F-D0C407C6FD17}"/>
              </a:ext>
            </a:extLst>
          </p:cNvPr>
          <p:cNvCxnSpPr/>
          <p:nvPr/>
        </p:nvCxnSpPr>
        <p:spPr bwMode="auto">
          <a:xfrm flipV="1">
            <a:off x="4038600" y="5448300"/>
            <a:ext cx="0" cy="457200"/>
          </a:xfrm>
          <a:prstGeom prst="straightConnector1">
            <a:avLst/>
          </a:prstGeom>
          <a:noFill/>
          <a:ln w="6350" cap="flat" cmpd="sng" algn="ctr">
            <a:solidFill>
              <a:srgbClr val="FF0000"/>
            </a:solidFill>
            <a:prstDash val="solid"/>
            <a:round/>
            <a:headEnd type="none" w="sm" len="lg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24323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E87C-D477-1DD5-722F-988AE005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Large-scale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E8A5A-FC9C-9388-96A8-295A1B9F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217227"/>
            <a:ext cx="8161337" cy="2361406"/>
          </a:xfrm>
        </p:spPr>
        <p:txBody>
          <a:bodyPr/>
          <a:lstStyle/>
          <a:p>
            <a:r>
              <a:rPr lang="en-US" sz="2400" i="1" dirty="0"/>
              <a:t>Separate</a:t>
            </a:r>
            <a:r>
              <a:rPr lang="en-US" sz="2400" dirty="0"/>
              <a:t> keeps inference GPUs 5 times training GPUs</a:t>
            </a:r>
          </a:p>
          <a:p>
            <a:pPr lvl="1"/>
            <a:r>
              <a:rPr lang="en-US" sz="2000" dirty="0"/>
              <a:t>Leading to a lot of unused inference GPUs [OSDI’20]</a:t>
            </a:r>
          </a:p>
          <a:p>
            <a:r>
              <a:rPr lang="en-US" sz="2400" dirty="0" err="1"/>
              <a:t>GPUColo</a:t>
            </a:r>
            <a:r>
              <a:rPr lang="en-US" sz="2400" dirty="0"/>
              <a:t> uses less GPUs by co-location</a:t>
            </a:r>
          </a:p>
          <a:p>
            <a:pPr lvl="1"/>
            <a:r>
              <a:rPr lang="en-US" sz="2000" dirty="0"/>
              <a:t>74.9% less GPUs than No Co-location</a:t>
            </a:r>
          </a:p>
          <a:p>
            <a:pPr lvl="1"/>
            <a:r>
              <a:rPr lang="en-US" sz="2000" dirty="0"/>
              <a:t>50.2% less GPUs than GSLICE</a:t>
            </a:r>
            <a:endParaRPr lang="en-US" sz="1600" dirty="0"/>
          </a:p>
          <a:p>
            <a:pPr lvl="1"/>
            <a:r>
              <a:rPr lang="en-US" sz="2000" dirty="0"/>
              <a:t>Saving up to $22.9M capital expense ($10k for each A100 GPU)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C453E-B75F-51B9-84D1-921A839D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78633"/>
            <a:ext cx="4370395" cy="2725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C362E-CF45-3E10-EE25-9B9AE9ECF568}"/>
              </a:ext>
            </a:extLst>
          </p:cNvPr>
          <p:cNvSpPr txBox="1"/>
          <p:nvPr/>
        </p:nvSpPr>
        <p:spPr>
          <a:xfrm>
            <a:off x="2275685" y="4090601"/>
            <a:ext cx="60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3:1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4B084-0288-0E4E-04DF-B2385D926467}"/>
              </a:ext>
            </a:extLst>
          </p:cNvPr>
          <p:cNvSpPr txBox="1"/>
          <p:nvPr/>
        </p:nvSpPr>
        <p:spPr>
          <a:xfrm>
            <a:off x="3480597" y="4090601"/>
            <a:ext cx="601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6:1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3F8F7-8F99-9363-BAB6-506501B201CE}"/>
              </a:ext>
            </a:extLst>
          </p:cNvPr>
          <p:cNvSpPr txBox="1"/>
          <p:nvPr/>
        </p:nvSpPr>
        <p:spPr>
          <a:xfrm>
            <a:off x="4866484" y="4090601"/>
            <a:ext cx="4048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3:1=Number of </a:t>
            </a:r>
            <a:r>
              <a:rPr lang="en-US" sz="2000" dirty="0" err="1">
                <a:solidFill>
                  <a:srgbClr val="FF0000"/>
                </a:solidFill>
              </a:rPr>
              <a:t>Inference:Training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58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4BA5-9EF6-46E0-FFDF-DF659156F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88" y="575466"/>
            <a:ext cx="7993062" cy="687387"/>
          </a:xfrm>
        </p:spPr>
        <p:txBody>
          <a:bodyPr/>
          <a:lstStyle/>
          <a:p>
            <a:r>
              <a:rPr lang="en-US" dirty="0"/>
              <a:t>Results: SLO Violation in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74A73-6AD3-0D26-A5A2-6B04DFDFD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513" y="1216027"/>
                <a:ext cx="7745413" cy="4722813"/>
              </a:xfrm>
            </p:spPr>
            <p:txBody>
              <a:bodyPr/>
              <a:lstStyle/>
              <a:p>
                <a:r>
                  <a:rPr lang="en-US" sz="2400" dirty="0"/>
                  <a:t>GSLICE </a:t>
                </a:r>
              </a:p>
              <a:p>
                <a:pPr lvl="1"/>
                <a:r>
                  <a:rPr lang="en-US" sz="2000" dirty="0"/>
                  <a:t>Co-located inference jobs competes for GPU resources</a:t>
                </a:r>
              </a:p>
              <a:p>
                <a:pPr lvl="1"/>
                <a:r>
                  <a:rPr lang="en-US" sz="2000" dirty="0"/>
                  <a:t>28.4% SLO violation on average </a:t>
                </a:r>
                <a:r>
                  <a:rPr lang="en-US" altLang="zh-CN" sz="2000" dirty="0"/>
                  <a:t>(</a:t>
                </a:r>
                <a:r>
                  <a:rPr lang="en-US" altLang="zh-CN" sz="2000" dirty="0" err="1"/>
                  <a:t>Inference:Training</a:t>
                </a:r>
                <a:r>
                  <a:rPr lang="en-US" altLang="zh-CN" sz="2000" dirty="0"/>
                  <a:t>=3:1)</a:t>
                </a:r>
                <a:endParaRPr lang="en-US" sz="2000" dirty="0"/>
              </a:p>
              <a:p>
                <a:pPr lvl="1"/>
                <a:r>
                  <a:rPr lang="en-US" sz="2000" dirty="0"/>
                  <a:t>More inference jobs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Higher SLO violation rates</a:t>
                </a:r>
                <a:endParaRPr lang="en-US" sz="2400" dirty="0"/>
              </a:p>
              <a:p>
                <a:r>
                  <a:rPr lang="en-US" sz="2400" dirty="0" err="1"/>
                  <a:t>GPUC</a:t>
                </a:r>
                <a:r>
                  <a:rPr lang="en-US" altLang="zh-CN" sz="2400" dirty="0" err="1"/>
                  <a:t>olo</a:t>
                </a:r>
                <a:r>
                  <a:rPr lang="en-US" altLang="zh-CN" sz="2400" dirty="0"/>
                  <a:t> </a:t>
                </a:r>
              </a:p>
              <a:p>
                <a:pPr lvl="1"/>
                <a:r>
                  <a:rPr lang="en-US" altLang="zh-CN" sz="2000" dirty="0"/>
                  <a:t>Inference jobs can always get more resources to meet SLOs</a:t>
                </a:r>
              </a:p>
              <a:p>
                <a:pPr lvl="1"/>
                <a:r>
                  <a:rPr lang="en-US" altLang="zh-CN" sz="2000" dirty="0"/>
                  <a:t>1.1% SLO violation on average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874A73-6AD3-0D26-A5A2-6B04DFDFD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513" y="1216027"/>
                <a:ext cx="7745413" cy="4722813"/>
              </a:xfrm>
              <a:blipFill>
                <a:blip r:embed="rId2"/>
                <a:stretch>
                  <a:fillRect l="-1101" t="-903" r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2B3FBD0-422E-D0A4-DAF5-87A341FEEF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-856" b="11800"/>
          <a:stretch/>
        </p:blipFill>
        <p:spPr>
          <a:xfrm>
            <a:off x="1143000" y="3920873"/>
            <a:ext cx="7327588" cy="20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5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A308-032F-9CF8-0CE3-1A96A95E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0A26-59E7-C487-30B3-8FCB0952E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637" y="1241426"/>
            <a:ext cx="8069262" cy="4722813"/>
          </a:xfrm>
        </p:spPr>
        <p:txBody>
          <a:bodyPr/>
          <a:lstStyle/>
          <a:p>
            <a:r>
              <a:rPr lang="en-US" sz="2400" dirty="0"/>
              <a:t>ML cloud services are popular in data centers</a:t>
            </a:r>
          </a:p>
          <a:p>
            <a:pPr lvl="1"/>
            <a:r>
              <a:rPr lang="en-US" sz="2000" dirty="0"/>
              <a:t>Inference requests are bursty</a:t>
            </a:r>
          </a:p>
          <a:p>
            <a:pPr lvl="1"/>
            <a:r>
              <a:rPr lang="en-US" sz="2000" dirty="0"/>
              <a:t>Inference GPUs are over-provisioned to meet SLOs</a:t>
            </a:r>
          </a:p>
          <a:p>
            <a:pPr lvl="1"/>
            <a:r>
              <a:rPr lang="en-US" sz="2000" dirty="0"/>
              <a:t>Separate inference and training GPU clusters</a:t>
            </a:r>
          </a:p>
          <a:p>
            <a:pPr lvl="1"/>
            <a:r>
              <a:rPr lang="en-US" sz="2000" dirty="0"/>
              <a:t>Hence: High capital expense</a:t>
            </a:r>
          </a:p>
          <a:p>
            <a:pPr lvl="1"/>
            <a:endParaRPr lang="en-US" sz="2000" dirty="0"/>
          </a:p>
          <a:p>
            <a:r>
              <a:rPr lang="en-US" sz="2400" dirty="0" err="1"/>
              <a:t>GPUColo</a:t>
            </a:r>
            <a:r>
              <a:rPr lang="en-US" sz="2400" dirty="0"/>
              <a:t>: Two-tier control and co-location solution</a:t>
            </a:r>
          </a:p>
          <a:p>
            <a:pPr lvl="1"/>
            <a:r>
              <a:rPr lang="en-US" sz="2000" dirty="0"/>
              <a:t>Spatially co-locates training and inference jobs</a:t>
            </a:r>
          </a:p>
          <a:p>
            <a:pPr lvl="1"/>
            <a:r>
              <a:rPr lang="en-US" sz="2000" dirty="0"/>
              <a:t>Dynamically allocates GPU resource</a:t>
            </a:r>
            <a:r>
              <a:rPr lang="en-US" altLang="zh-CN" sz="2000" dirty="0"/>
              <a:t>s</a:t>
            </a:r>
            <a:r>
              <a:rPr lang="en-US" sz="2000" dirty="0"/>
              <a:t> to training and inference</a:t>
            </a:r>
          </a:p>
          <a:p>
            <a:pPr lvl="1"/>
            <a:r>
              <a:rPr lang="en-US" sz="2000" dirty="0"/>
              <a:t>Provides explicit SLO guarantees</a:t>
            </a:r>
          </a:p>
          <a:p>
            <a:pPr lvl="1"/>
            <a:r>
              <a:rPr lang="en-US" sz="2000" dirty="0"/>
              <a:t>Saves up to 74.9% GPUs for a lower capital expense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287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5FA79B9-3209-EB90-B6D9-58A6E6D99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685800"/>
            <a:ext cx="8001000" cy="369928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300000"/>
              </a:lnSpc>
              <a:spcBef>
                <a:spcPts val="125"/>
              </a:spcBef>
            </a:pPr>
            <a:r>
              <a:rPr sz="4400" spc="-110" dirty="0"/>
              <a:t>Thanks </a:t>
            </a:r>
            <a:r>
              <a:rPr sz="4400" spc="-130" dirty="0"/>
              <a:t>for </a:t>
            </a:r>
            <a:r>
              <a:rPr sz="4400" spc="-165" dirty="0"/>
              <a:t>y</a:t>
            </a:r>
            <a:r>
              <a:rPr lang="en-US" sz="4400" spc="-165" dirty="0"/>
              <a:t>o</a:t>
            </a:r>
            <a:r>
              <a:rPr sz="4400" spc="-165" dirty="0"/>
              <a:t>ur</a:t>
            </a:r>
            <a:r>
              <a:rPr sz="4400" spc="210" dirty="0"/>
              <a:t> </a:t>
            </a:r>
            <a:r>
              <a:rPr sz="4400" spc="-95" dirty="0"/>
              <a:t>attention!</a:t>
            </a:r>
          </a:p>
          <a:p>
            <a:pPr algn="ctr">
              <a:lnSpc>
                <a:spcPct val="300000"/>
              </a:lnSpc>
            </a:pPr>
            <a:r>
              <a:rPr sz="4400" spc="55" dirty="0"/>
              <a:t>Q&amp;A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FB6F8-3C3F-35E5-881A-E78AB9182B72}"/>
              </a:ext>
            </a:extLst>
          </p:cNvPr>
          <p:cNvSpPr txBox="1"/>
          <p:nvPr/>
        </p:nvSpPr>
        <p:spPr>
          <a:xfrm>
            <a:off x="3762374" y="5527565"/>
            <a:ext cx="4086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/>
              <a:t>This work is supported, in part, by the U.S. NSF under award CNS-2336886.</a:t>
            </a:r>
          </a:p>
        </p:txBody>
      </p:sp>
      <p:pic>
        <p:nvPicPr>
          <p:cNvPr id="2053" name="Picture 5" descr="NSF - National Science Foundation">
            <a:extLst>
              <a:ext uri="{FF2B5EF4-FFF2-40B4-BE49-F238E27FC236}">
                <a16:creationId xmlns:a16="http://schemas.microsoft.com/office/drawing/2014/main" id="{B690BEC6-6C23-72EE-6564-420D868E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500688"/>
            <a:ext cx="1628774" cy="70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351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7E25-AB2C-26DF-89B5-B85C940A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GPUColo</a:t>
            </a:r>
            <a:r>
              <a:rPr lang="en-US" sz="3200" dirty="0"/>
              <a:t> Controller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0F28-A1C2-BEB0-8DAF-80541D3D1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41426"/>
            <a:ext cx="8153399" cy="1730373"/>
          </a:xfrm>
        </p:spPr>
        <p:txBody>
          <a:bodyPr/>
          <a:lstStyle/>
          <a:p>
            <a:r>
              <a:rPr lang="en-US" sz="2000" dirty="0"/>
              <a:t>Linear model between latency and training sleep interval</a:t>
            </a:r>
          </a:p>
          <a:p>
            <a:pPr lvl="1"/>
            <a:r>
              <a:rPr lang="en-US" sz="1600" dirty="0"/>
              <a:t>4s control period</a:t>
            </a:r>
          </a:p>
          <a:p>
            <a:r>
              <a:rPr lang="en-US" sz="2000" dirty="0"/>
              <a:t>Linear model between latency error and MPS percentage</a:t>
            </a:r>
          </a:p>
          <a:p>
            <a:pPr lvl="1"/>
            <a:r>
              <a:rPr lang="en-US" sz="1600" dirty="0"/>
              <a:t>100s control period</a:t>
            </a:r>
          </a:p>
          <a:p>
            <a:r>
              <a:rPr lang="en-US" sz="2000" dirty="0"/>
              <a:t>Proportional controller</a:t>
            </a:r>
          </a:p>
          <a:p>
            <a:r>
              <a:rPr lang="en-US" sz="2000" dirty="0"/>
              <a:t>System identification 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8BE82-71BA-4F0A-1542-B1F21319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849" y="3340213"/>
            <a:ext cx="5588952" cy="296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62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C033-71B3-DB31-8C98-37A8A250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GPUColo</a:t>
            </a:r>
            <a:r>
              <a:rPr lang="en-US" dirty="0"/>
              <a:t> vs. GSLICE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71CF3-4C3D-E10B-11B0-27D9CE8E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38" y="1241426"/>
            <a:ext cx="7745413" cy="1295399"/>
          </a:xfrm>
        </p:spPr>
        <p:txBody>
          <a:bodyPr/>
          <a:lstStyle/>
          <a:p>
            <a:r>
              <a:rPr lang="en-US" sz="2400" dirty="0" err="1"/>
              <a:t>GPUColo</a:t>
            </a:r>
            <a:r>
              <a:rPr lang="en-US" sz="2400" dirty="0"/>
              <a:t> has better control accuracy than GSLICE</a:t>
            </a:r>
          </a:p>
          <a:p>
            <a:pPr lvl="1"/>
            <a:r>
              <a:rPr lang="en-US" sz="2000" dirty="0"/>
              <a:t>Up to 49.27% higher inference throughput at 75ms</a:t>
            </a:r>
          </a:p>
          <a:p>
            <a:pPr lvl="1"/>
            <a:r>
              <a:rPr lang="en-US" sz="2000" dirty="0"/>
              <a:t>Up to 2.8× higher training throughput at 80ms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D088C-D9C7-BE78-806F-7A3BC4BA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44" y="2423403"/>
            <a:ext cx="7239000" cy="3795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6BDEC-D8F8-D332-D0BD-7E284CB1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241426"/>
            <a:ext cx="5708817" cy="497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8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C256-85DF-55BD-DCDE-2967DF3F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Evaluation of Real-world Trace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3D18E-4EA7-BDF4-CDB9-99E0584A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95401"/>
            <a:ext cx="7745413" cy="533400"/>
          </a:xfrm>
        </p:spPr>
        <p:txBody>
          <a:bodyPr/>
          <a:lstStyle/>
          <a:p>
            <a:r>
              <a:rPr lang="en-US" sz="2400" dirty="0"/>
              <a:t>6 inference jobs and 6 training jobs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76FA6-9BBD-8AAE-A251-416E05BCF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11351"/>
            <a:ext cx="7315200" cy="393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89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C256-85DF-55BD-DCDE-2967DF3F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Evaluation of Real-world Trace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3D18E-4EA7-BDF4-CDB9-99E0584A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95400"/>
            <a:ext cx="7745413" cy="2667000"/>
          </a:xfrm>
        </p:spPr>
        <p:txBody>
          <a:bodyPr/>
          <a:lstStyle/>
          <a:p>
            <a:r>
              <a:rPr lang="en-US" sz="2000" i="1" dirty="0"/>
              <a:t>No Co-location</a:t>
            </a:r>
            <a:r>
              <a:rPr lang="en-US" sz="2000" dirty="0"/>
              <a:t>, </a:t>
            </a:r>
            <a:r>
              <a:rPr lang="en-US" sz="2000" i="1" dirty="0"/>
              <a:t>Separate</a:t>
            </a:r>
            <a:r>
              <a:rPr lang="en-US" sz="2000" dirty="0"/>
              <a:t> and </a:t>
            </a:r>
            <a:r>
              <a:rPr lang="en-US" sz="2000" i="1" dirty="0"/>
              <a:t>GSLICE</a:t>
            </a:r>
            <a:r>
              <a:rPr lang="en-US" sz="2000" dirty="0"/>
              <a:t> must use 2 GPUs</a:t>
            </a:r>
          </a:p>
          <a:p>
            <a:r>
              <a:rPr lang="en-US" sz="2000" i="1" dirty="0"/>
              <a:t>No Co-location </a:t>
            </a:r>
            <a:r>
              <a:rPr lang="en-US" sz="2000" dirty="0"/>
              <a:t>has longer duration due to sequential running</a:t>
            </a:r>
          </a:p>
          <a:p>
            <a:r>
              <a:rPr lang="en-US" sz="2000" i="1" dirty="0"/>
              <a:t>GSLICE</a:t>
            </a:r>
            <a:r>
              <a:rPr lang="en-US" sz="2000" dirty="0"/>
              <a:t> has longer duration due to MPS overheads</a:t>
            </a:r>
          </a:p>
          <a:p>
            <a:r>
              <a:rPr lang="en-US" sz="2000" i="1" dirty="0"/>
              <a:t>Simple</a:t>
            </a:r>
            <a:r>
              <a:rPr lang="en-US" sz="2000" dirty="0"/>
              <a:t> violates SLOs due to equal GPU resource sharing</a:t>
            </a:r>
          </a:p>
          <a:p>
            <a:r>
              <a:rPr lang="en-US" sz="2000" i="1" dirty="0"/>
              <a:t>Conservative</a:t>
            </a:r>
            <a:r>
              <a:rPr lang="en-US" sz="2000" dirty="0"/>
              <a:t> has lower training throughput</a:t>
            </a:r>
          </a:p>
          <a:p>
            <a:r>
              <a:rPr lang="en-US" sz="2000" dirty="0" err="1"/>
              <a:t>GPUColo</a:t>
            </a:r>
            <a:r>
              <a:rPr lang="en-US" sz="2000" dirty="0"/>
              <a:t> uses 1 GPU and meets SLOs with two-tier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E1DC2-C541-94EB-6955-01683E51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505200"/>
            <a:ext cx="5638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28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094A-8849-8C49-3EA6-B0FB78930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96093"/>
            <a:ext cx="7804151" cy="687387"/>
          </a:xfrm>
        </p:spPr>
        <p:txBody>
          <a:bodyPr/>
          <a:lstStyle/>
          <a:p>
            <a:r>
              <a:rPr lang="en-US" dirty="0" err="1"/>
              <a:t>GPUColo</a:t>
            </a:r>
            <a:r>
              <a:rPr lang="en-US" dirty="0"/>
              <a:t> Controller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A331-DFE8-13F3-F03E-A0912DBB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1: One controller for the entire data center</a:t>
            </a:r>
          </a:p>
          <a:p>
            <a:pPr lvl="1"/>
            <a:r>
              <a:rPr lang="en-US" dirty="0"/>
              <a:t>Centralized solution</a:t>
            </a:r>
          </a:p>
          <a:p>
            <a:pPr lvl="1"/>
            <a:r>
              <a:rPr lang="en-US" dirty="0"/>
              <a:t>Long communication delay</a:t>
            </a:r>
          </a:p>
          <a:p>
            <a:pPr lvl="1"/>
            <a:r>
              <a:rPr lang="en-US" dirty="0"/>
              <a:t>Control decision outdated due to long computation</a:t>
            </a:r>
          </a:p>
          <a:p>
            <a:r>
              <a:rPr lang="en-US" dirty="0"/>
              <a:t>2: One controller per inference job</a:t>
            </a:r>
          </a:p>
          <a:p>
            <a:pPr lvl="1"/>
            <a:r>
              <a:rPr lang="en-US" dirty="0"/>
              <a:t>Distributed strategy</a:t>
            </a:r>
          </a:p>
          <a:p>
            <a:pPr lvl="1"/>
            <a:r>
              <a:rPr lang="en-US" dirty="0"/>
              <a:t>Confliction between controllers</a:t>
            </a:r>
          </a:p>
          <a:p>
            <a:r>
              <a:rPr lang="en-US" dirty="0"/>
              <a:t>3: One controller per co-located GPU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Our choice</a:t>
            </a:r>
          </a:p>
          <a:p>
            <a:pPr lvl="1"/>
            <a:r>
              <a:rPr lang="en-US" dirty="0"/>
              <a:t>Scalable without having conflict</a:t>
            </a:r>
          </a:p>
        </p:txBody>
      </p:sp>
    </p:spTree>
    <p:extLst>
      <p:ext uri="{BB962C8B-B14F-4D97-AF65-F5344CB8AC3E}">
        <p14:creationId xmlns:p14="http://schemas.microsoft.com/office/powerpoint/2010/main" val="24999070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67602</TotalTime>
  <Words>1183</Words>
  <Application>Microsoft Office PowerPoint</Application>
  <PresentationFormat>On-screen Show (4:3)</PresentationFormat>
  <Paragraphs>263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 (Body)</vt:lpstr>
      <vt:lpstr>cmbxsl10</vt:lpstr>
      <vt:lpstr>CMR12</vt:lpstr>
      <vt:lpstr>宋体</vt:lpstr>
      <vt:lpstr>Aharoni</vt:lpstr>
      <vt:lpstr>Arial</vt:lpstr>
      <vt:lpstr>Bernard MT Condensed</vt:lpstr>
      <vt:lpstr>Cambria Math</vt:lpstr>
      <vt:lpstr>Times New Roman</vt:lpstr>
      <vt:lpstr>Wingdings</vt:lpstr>
      <vt:lpstr>Default Design</vt:lpstr>
      <vt:lpstr>Latency-guaranteed Co-location of Inference and Training for Reducing Data Center Expenses</vt:lpstr>
      <vt:lpstr>Cloud Services for ML</vt:lpstr>
      <vt:lpstr>Baselines and Motivation</vt:lpstr>
      <vt:lpstr>Baselines and Motivation</vt:lpstr>
      <vt:lpstr>What if We Do Co-location?</vt:lpstr>
      <vt:lpstr>What if We Do Co-location?</vt:lpstr>
      <vt:lpstr>How to Allocate GPU Resources?</vt:lpstr>
      <vt:lpstr>MPS vs. Sleep vs. MPS+Sleep</vt:lpstr>
      <vt:lpstr>Proposed Solution: GPUColo</vt:lpstr>
      <vt:lpstr>Advantages of GPUColo</vt:lpstr>
      <vt:lpstr>Testbed and Simulation</vt:lpstr>
      <vt:lpstr>Results: GPUColo vs. GSLICE</vt:lpstr>
      <vt:lpstr>Results: Large-scale Simulation</vt:lpstr>
      <vt:lpstr>Results: SLO Violation in Simulation</vt:lpstr>
      <vt:lpstr>Conclusion</vt:lpstr>
      <vt:lpstr>Thanks for your attention! Q&amp;A</vt:lpstr>
      <vt:lpstr>GPUColo Controller Design</vt:lpstr>
      <vt:lpstr>GPUColo vs. GSLICE Cont’d</vt:lpstr>
      <vt:lpstr>Evaluation of Real-world Trace Samples</vt:lpstr>
      <vt:lpstr>Evaluation of Real-world Trace Samples</vt:lpstr>
      <vt:lpstr>GPUColo Controller Deployment</vt:lpstr>
    </vt:vector>
  </TitlesOfParts>
  <Company>PDF Solutions,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TC90: Presentation Title</dc:title>
  <dc:creator>John Kim</dc:creator>
  <cp:lastModifiedBy>Chen, Guoyu</cp:lastModifiedBy>
  <cp:revision>1377</cp:revision>
  <dcterms:created xsi:type="dcterms:W3CDTF">2005-12-12T23:58:54Z</dcterms:created>
  <dcterms:modified xsi:type="dcterms:W3CDTF">2024-07-25T01:17:30Z</dcterms:modified>
</cp:coreProperties>
</file>